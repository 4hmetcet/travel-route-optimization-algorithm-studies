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fntdata" ContentType="application/x-fontdata"/>
  <Default Extension="bmp" ContentType="image/bmp"/>
  <Default Extension="jpeg" ContentType="image/jpeg"/>
  <Default Extension="png" ContentType="image/png"/>
  <Default Extension="gif" ContentType="image/gif"/>
  <Default Extension="tif" ContentType="image/tif"/>
  <Default Extension="emf" ContentType="image/x-emf"/>
  <Default Extension="wmf" ContentType="image/x-wmf"/>
  <Default Extension="pct" ContentType="image/pct"/>
  <Default Extension="pcx" ContentType="image/pcx"/>
  <Default Extension="tga" ContentType="image/tga"/>
  <Default Extension="avi" ContentType="video/avi"/>
  <Default Extension="wmv" ContentType="video/wmv"/>
  <Default Extension="mpg" ContentType="video/mpeg"/>
  <Default Extension="mpeg" ContentType="video/mpeg"/>
  <Default Extension="mp2" ContentType="video/mpeg"/>
  <Default Extension="mp4" ContentType="video/mpeg"/>
  <Default Extension="wma" ContentType="audio/x-ms-wma"/>
  <Default Extension="mid" ContentType="audio/unknown"/>
  <Default Extension="midi" ContentType="audio/unknown"/>
  <Default Extension="rmi" ContentType="audio/unknown"/>
  <Default Extension="mp3" ContentType="audio/unknown"/>
  <Default Extension="wav" ContentType="audio/wav"/>
  <Default Extension="bin" ContentType="application/vnd.openxmlformats-officedocument.oleObjec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2.xml" ContentType="application/vnd.openxmlformats-officedocument.theme+xml"/>
  <Override PartName="/ppt/theme/theme3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4.xml" ContentType="application/vnd.openxmlformats-officedocument.theme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</Types>
</file>

<file path=_rels/.rels><?xml version="1.0" encoding="UTF-8" standalone="yes" 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p14="http://schemas.microsoft.com/office/powerpoint/2010/main" xmlns:r="http://schemas.openxmlformats.org/officeDocument/2006/relationships" xmlns:a="http://schemas.openxmlformats.org/drawingml/2006/main" showSpecialPlsOnTitleSld="0">
  <p:sldMasterIdLst>
    <p:sldMasterId id="2147483663" r:id="rId5"/>
    <p:sldMasterId id="2147483760" r:id="rId6"/>
  </p:sldMasterIdLst>
  <p:notesMasterIdLst>
    <p:notesMasterId r:id="rId7"/>
  </p:notesMasterIdLst>
  <p:handoutMasterIdLst>
    <p:handoutMasterId r:id="rId8"/>
  </p:handoutMasterIdLst>
  <p:sldIdLst>
    <p:sldId id="256" r:id="rId9"/>
    <p:sldId id="265" r:id="rId10"/>
    <p:sldId id="267" r:id="rId11"/>
    <p:sldId id="281" r:id="rId12"/>
    <p:sldId id="278" r:id="rId13"/>
    <p:sldId id="280" r:id="rId14"/>
    <p:sldId id="282" r:id="rId15"/>
    <p:sldId id="275" r:id="rId16"/>
    <p:sldId id="283" r:id="rId17"/>
  </p:sldIdLst>
  <p:sldSz cx="9144000" cy="6858000"/>
  <p:notesSz cx="6858000" cy="9144000"/>
  <p:defaultTextStyle>
    <a:lvl1pPr marL="0" marR="0" indent="0" algn="l" defTabSz="914400">
      <a:lnSpc>
        <a:spcPct val="100000"/>
      </a:lnSpc>
      <a:spcBef>
        <a:spcPts val="0"/>
      </a:spcBef>
      <a:spcAft>
        <a:spcPts val="0"/>
      </a:spcAft>
      <a:buNone/>
      <a:tabLst/>
      <a:defRPr lang="tr-tr" sz="1800" b="0" i="0" u="none" strike="noStrike" kern="1" spc="0" baseline="0">
        <a:solidFill>
          <a:schemeClr val="tx1"/>
        </a:solidFill>
        <a:effectLst/>
        <a:latin typeface="Arial" pitchFamily="1" charset="0"/>
        <a:ea typeface="Arial" pitchFamily="1" charset="0"/>
        <a:cs typeface="Arial" pitchFamily="1" charset="0"/>
      </a:defRPr>
    </a:lvl1pPr>
    <a:lvl2pPr marL="457200" marR="0" indent="0" algn="l" defTabSz="914400">
      <a:lnSpc>
        <a:spcPct val="100000"/>
      </a:lnSpc>
      <a:spcBef>
        <a:spcPts val="0"/>
      </a:spcBef>
      <a:spcAft>
        <a:spcPts val="0"/>
      </a:spcAft>
      <a:buNone/>
      <a:tabLst/>
      <a:defRPr lang="tr-tr" sz="1800" b="0" i="0" u="none" strike="noStrike" kern="1" spc="0" baseline="0">
        <a:solidFill>
          <a:schemeClr val="tx1"/>
        </a:solidFill>
        <a:effectLst/>
        <a:latin typeface="Arial" pitchFamily="1" charset="0"/>
        <a:ea typeface="Arial" pitchFamily="1" charset="0"/>
        <a:cs typeface="Arial" pitchFamily="1" charset="0"/>
      </a:defRPr>
    </a:lvl2pPr>
    <a:lvl3pPr marL="914400" marR="0" indent="0" algn="l" defTabSz="914400">
      <a:lnSpc>
        <a:spcPct val="100000"/>
      </a:lnSpc>
      <a:spcBef>
        <a:spcPts val="0"/>
      </a:spcBef>
      <a:spcAft>
        <a:spcPts val="0"/>
      </a:spcAft>
      <a:buNone/>
      <a:tabLst/>
      <a:defRPr lang="tr-tr" sz="1800" b="0" i="0" u="none" strike="noStrike" kern="1" spc="0" baseline="0">
        <a:solidFill>
          <a:schemeClr val="tx1"/>
        </a:solidFill>
        <a:effectLst/>
        <a:latin typeface="Arial" pitchFamily="1" charset="0"/>
        <a:ea typeface="Arial" pitchFamily="1" charset="0"/>
        <a:cs typeface="Arial" pitchFamily="1" charset="0"/>
      </a:defRPr>
    </a:lvl3pPr>
    <a:lvl4pPr marL="1371600" marR="0" indent="0" algn="l" defTabSz="914400">
      <a:lnSpc>
        <a:spcPct val="100000"/>
      </a:lnSpc>
      <a:spcBef>
        <a:spcPts val="0"/>
      </a:spcBef>
      <a:spcAft>
        <a:spcPts val="0"/>
      </a:spcAft>
      <a:buNone/>
      <a:tabLst/>
      <a:defRPr lang="tr-tr" sz="1800" b="0" i="0" u="none" strike="noStrike" kern="1" spc="0" baseline="0">
        <a:solidFill>
          <a:schemeClr val="tx1"/>
        </a:solidFill>
        <a:effectLst/>
        <a:latin typeface="Arial" pitchFamily="1" charset="0"/>
        <a:ea typeface="Arial" pitchFamily="1" charset="0"/>
        <a:cs typeface="Arial" pitchFamily="1" charset="0"/>
      </a:defRPr>
    </a:lvl4pPr>
    <a:lvl5pPr marL="1828800" marR="0" indent="0" algn="l" defTabSz="914400">
      <a:lnSpc>
        <a:spcPct val="100000"/>
      </a:lnSpc>
      <a:spcBef>
        <a:spcPts val="0"/>
      </a:spcBef>
      <a:spcAft>
        <a:spcPts val="0"/>
      </a:spcAft>
      <a:buNone/>
      <a:tabLst/>
      <a:defRPr lang="tr-tr" sz="1800" b="0" i="0" u="none" strike="noStrike" kern="1" spc="0" baseline="0">
        <a:solidFill>
          <a:schemeClr val="tx1"/>
        </a:solidFill>
        <a:effectLst/>
        <a:latin typeface="Arial" pitchFamily="1" charset="0"/>
        <a:ea typeface="Arial" pitchFamily="1" charset="0"/>
        <a:cs typeface="Arial" pitchFamily="1" charset="0"/>
      </a:defRPr>
    </a:lvl5pPr>
    <a:lvl6pPr marL="2286000" marR="0" indent="0" algn="l" defTabSz="914400">
      <a:lnSpc>
        <a:spcPct val="100000"/>
      </a:lnSpc>
      <a:spcBef>
        <a:spcPts val="0"/>
      </a:spcBef>
      <a:spcAft>
        <a:spcPts val="0"/>
      </a:spcAft>
      <a:buNone/>
      <a:tabLst/>
      <a:defRPr lang="tr-tr" sz="1800" b="0" i="0" u="none" strike="noStrike" kern="1" spc="0" baseline="0">
        <a:solidFill>
          <a:schemeClr val="tx1"/>
        </a:solidFill>
        <a:effectLst/>
        <a:latin typeface="Arial" pitchFamily="1" charset="0"/>
        <a:ea typeface="Arial" pitchFamily="1" charset="0"/>
        <a:cs typeface="Arial" pitchFamily="1" charset="0"/>
      </a:defRPr>
    </a:lvl6pPr>
    <a:lvl7pPr marL="2743200" marR="0" indent="0" algn="l" defTabSz="914400">
      <a:lnSpc>
        <a:spcPct val="100000"/>
      </a:lnSpc>
      <a:spcBef>
        <a:spcPts val="0"/>
      </a:spcBef>
      <a:spcAft>
        <a:spcPts val="0"/>
      </a:spcAft>
      <a:buNone/>
      <a:tabLst/>
      <a:defRPr lang="tr-tr" sz="1800" b="0" i="0" u="none" strike="noStrike" kern="1" spc="0" baseline="0">
        <a:solidFill>
          <a:schemeClr val="tx1"/>
        </a:solidFill>
        <a:effectLst/>
        <a:latin typeface="Arial" pitchFamily="1" charset="0"/>
        <a:ea typeface="Arial" pitchFamily="1" charset="0"/>
        <a:cs typeface="Arial" pitchFamily="1" charset="0"/>
      </a:defRPr>
    </a:lvl7pPr>
    <a:lvl8pPr marL="3200400" marR="0" indent="0" algn="l" defTabSz="914400">
      <a:lnSpc>
        <a:spcPct val="100000"/>
      </a:lnSpc>
      <a:spcBef>
        <a:spcPts val="0"/>
      </a:spcBef>
      <a:spcAft>
        <a:spcPts val="0"/>
      </a:spcAft>
      <a:buNone/>
      <a:tabLst/>
      <a:defRPr lang="tr-tr" sz="1800" b="0" i="0" u="none" strike="noStrike" kern="1" spc="0" baseline="0">
        <a:solidFill>
          <a:schemeClr val="tx1"/>
        </a:solidFill>
        <a:effectLst/>
        <a:latin typeface="Arial" pitchFamily="1" charset="0"/>
        <a:ea typeface="Arial" pitchFamily="1" charset="0"/>
        <a:cs typeface="Arial" pitchFamily="1" charset="0"/>
      </a:defRPr>
    </a:lvl8pPr>
    <a:lvl9pPr marL="3657600" marR="0" indent="0" algn="l" defTabSz="914400">
      <a:lnSpc>
        <a:spcPct val="100000"/>
      </a:lnSpc>
      <a:spcBef>
        <a:spcPts val="0"/>
      </a:spcBef>
      <a:spcAft>
        <a:spcPts val="0"/>
      </a:spcAft>
      <a:buNone/>
      <a:tabLst/>
      <a:defRPr lang="tr-tr" sz="1800" b="0" i="0" u="none" strike="noStrike" kern="1" spc="0" baseline="0">
        <a:solidFill>
          <a:schemeClr val="tx1"/>
        </a:solidFill>
        <a:effectLst/>
        <a:latin typeface="Arial" pitchFamily="1" charset="0"/>
        <a:ea typeface="Arial" pitchFamily="1" charset="0"/>
        <a:cs typeface="Arial" pitchFamily="1" charset="0"/>
      </a:defRPr>
    </a:lvl9pPr>
  </p:defaultTextStyle>
</p:presentation>
</file>

<file path=ppt/presProps.xml><?xml version="1.0" encoding="utf-8"?>
<p:presentationPr xmlns:p="http://schemas.openxmlformats.org/presentationml/2006/main" xmlns:p14="http://schemas.microsoft.com/office/powerpoint/2010/main" xmlns:r="http://schemas.openxmlformats.org/officeDocument/2006/relationships" xmlns:a="http://schemas.openxmlformats.org/drawingml/2006/main">
  <p:showPr showNarration="1">
    <p:penClr>
      <a:srgbClr val="0000FF"/>
    </p:penClr>
  </p:showPr>
  <p:extLst>
    <p:ext uri="smNativeData">
      <pr:smAppRevision xmlns:pr="smNativeData" dt="1608712889" val="980" rev64="64" revOS="1"/>
      <pr:smFileRevision xmlns:pr="smNativeData" dt="1608712889" val="101"/>
      <pr:guideOptions xmlns:pr="smNativeData" dt="1608712889" snapToGrid="1" snapToBorders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p14="http://schemas.microsoft.com/office/powerpoint/2010/main" xmlns:r="http://schemas.openxmlformats.org/officeDocument/2006/relationships" xmlns:a="http://schemas.openxmlformats.org/drawingml/2006/main">
  <p:slideViewPr>
    <p:cSldViewPr>
      <p:cViewPr varScale="1">
        <p:scale>
          <a:sx n="85" d="100"/>
          <a:sy n="85" d="100"/>
        </p:scale>
        <p:origin x="284" y="472"/>
      </p:cViewPr>
      <p:guideLst x="0" y="0"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sorterViewPr>
    <p:cViewPr>
      <p:scale>
        <a:sx n="18" d="100"/>
        <a:sy n="18" d="100"/>
      </p:scale>
      <p:origin x="0" y="0"/>
    </p:cViewPr>
  </p:sorterViewPr>
  <p:notesViewPr>
    <p:cSldViewPr>
      <p:cViewPr>
        <p:scale>
          <a:sx n="85" d="100"/>
          <a:sy n="85" d="100"/>
        </p:scale>
        <p:origin x="284" y="472"/>
      </p:cViewPr>
      <p:guideLst x="0" y="0">
        <p:guide orient="horz" pos="2880"/>
        <p:guide pos="2160"/>
      </p:guideLst>
    </p:cSldViewPr>
  </p:notesViewPr>
  <p:gridSpacing cx="71755" cy="71755"/>
</p:viewPr>
</file>

<file path=ppt/_rels/presentation.xml.rels><?xml version="1.0" encoding="UTF-8" standalone="yes" 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tableStyles" Target="tableStyles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7" Type="http://schemas.openxmlformats.org/officeDocument/2006/relationships/notesMaster" Target="notesMasters/notesMaster1.xml"/><Relationship Id="rId8" Type="http://schemas.openxmlformats.org/officeDocument/2006/relationships/handoutMaster" Target="handoutMasters/handoutMaster1.xml"/><Relationship Id="rId9" Type="http://schemas.openxmlformats.org/officeDocument/2006/relationships/slide" Target="slides/slide1.xml"/><Relationship Id="rId10" Type="http://schemas.openxmlformats.org/officeDocument/2006/relationships/slide" Target="slides/slide2.xml"/><Relationship Id="rId11" Type="http://schemas.openxmlformats.org/officeDocument/2006/relationships/slide" Target="slides/slide3.xml"/><Relationship Id="rId12" Type="http://schemas.openxmlformats.org/officeDocument/2006/relationships/slide" Target="slides/slide4.xml"/><Relationship Id="rId13" Type="http://schemas.openxmlformats.org/officeDocument/2006/relationships/slide" Target="slides/slide5.xml"/><Relationship Id="rId14" Type="http://schemas.openxmlformats.org/officeDocument/2006/relationships/slide" Target="slides/slide6.xml"/><Relationship Id="rId15" Type="http://schemas.openxmlformats.org/officeDocument/2006/relationships/slide" Target="slides/slide7.xml"/><Relationship Id="rId16" Type="http://schemas.openxmlformats.org/officeDocument/2006/relationships/slide" Target="slides/slide8.xml"/><Relationship Id="rId17" Type="http://schemas.openxmlformats.org/officeDocument/2006/relationships/slide" Target="slides/slide9.xml"/></Relationships>
</file>

<file path=ppt/handoutMasters/_rels/handoutMaster1.xml.rels><?xml version="1.0" encoding="UTF-8" standalone="yes" ?>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p="http://schemas.openxmlformats.org/presentationml/2006/main" xmlns:p14="http://schemas.microsoft.com/office/powerpoint/2010/main" xmlns:r="http://schemas.openxmlformats.org/officeDocument/2006/relationships" xmlns:a="http://schemas.openxmlformats.org/drawing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Grp="1" noChangeArrowheads="1"/>
            <a:extLst>
              <a:ext uri="smNativeData">
                <pr:smNativeData xmlns:pr="smNativeData" val="SMDATA_13_uQLjXxMAAAAlAAAAZAAAAA0AAAAAkAAAAEgAAACQAAAASAAAAAAAAAAA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MAAAAEAAAAAAAAAAAAAAAAAAAAAAAAAAeAAAAaAAAAAAAAAAAAAAAAAAAAAAAAAAAAAAAECcAABAnAAAAAAAAAAAAAAAAAAAAAAAAAAAAAAAAAAAAAAAAAAAAABQAAAAAAAAAwMD/AAAAAABkAAAAMgAAAAAAAABkAAAAAAAAAH9/fwAKAAAAHwAAAFQAAAAAAAAFAAAAAQAAAAAAAAAAAAAAAAAAAAAAAAAAAAAAAAAAAAAAAAAAAAAAAn9/fwAAAAADzMzMAMDA/wB/f38AAAAAAAAAAAAAAAAAAAAAAAAAAAAhAAAAGAAAABQAAAAAAAAAAAAAAEgSAADQAgAAEAAAACYAAAAIAAAAv58AAP//wQE="/>
              </a:ext>
            </a:extLst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t">
            <a:prstTxWarp prst="textNoShape">
              <a:avLst/>
            </a:prstTxWarp>
          </a:bodyPr>
          <a:lstStyle>
            <a:lvl1pPr algn="l">
              <a:defRPr lang="tr-tr" sz="1200">
                <a:latin typeface="Arial" pitchFamily="1" charset="0"/>
                <a:ea typeface="Arial" pitchFamily="1" charset="0"/>
                <a:cs typeface="Arial" pitchFamily="1" charset="0"/>
              </a:defRPr>
            </a:lvl1pPr>
            <a:lvl2pPr>
              <a:defRPr lang="tr-tr"/>
            </a:lvl2pPr>
            <a:lvl3pPr>
              <a:defRPr lang="tr-tr"/>
            </a:lvl3pPr>
            <a:lvl4pPr>
              <a:defRPr lang="tr-tr"/>
            </a:lvl4pPr>
            <a:lvl5pPr>
              <a:defRPr lang="tr-tr"/>
            </a:lvl5pPr>
            <a:lvl6pPr>
              <a:defRPr lang="tr-tr"/>
            </a:lvl6pPr>
            <a:lvl7pPr>
              <a:defRPr lang="tr-tr"/>
            </a:lvl7pPr>
            <a:lvl8pPr>
              <a:defRPr lang="tr-tr"/>
            </a:lvl8pPr>
            <a:lvl9pPr>
              <a:defRPr lang="tr-tr"/>
            </a:lvl9pPr>
          </a:lstStyle>
          <a:p>
            <a:pPr>
              <a:defRPr lang="tr-tr"/>
            </a:pPr>
          </a:p>
        </p:txBody>
      </p:sp>
      <p:sp>
        <p:nvSpPr>
          <p:cNvPr id="3" name="Rectangle 3"/>
          <p:cNvSpPr>
            <a:spLocks noGrp="1" noChangeArrowheads="1"/>
            <a:extLst>
              <a:ext uri="smNativeData">
                <pr:smNativeData xmlns:pr="smNativeData" val="SMDATA_13_uQLjXxMAAAAlAAAAZAAAAA0AAAAAkAAAAEgAAACQAAAASAAAAAAAAAAA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MAAAAEAAAAAAAAAAAAAAAAAAAAAAAAAAeAAAAaAAAAAAAAAAAAAAAAAAAAAAAAAAAAAAAECcAABAnAAAAAAAAAAAAAAAAAAAAAAAAAAAAAAAAAAAAAAAAAAAAABQAAAAAAAAAwMD/AAAAAABkAAAAMgAAAAAAAABkAAAAAAAAAH9/fwAKAAAAHwAAAFQAAAAAAAAFAAAAAQAAAAAAAAAAAAAAAAAAAAAAAAAAAAAAAAAAAAAAAAAAAAAAAn9/fwAAAAADzMzMAMDA/wB/f38AAAAAAAAAAAAAAAAAAAAAAAAAAAAhAAAAGAAAABQAAADmFwAAAAAAAC4qAADQAgAAEAAAACYAAAAIAAAAv58AAP//wQE="/>
              </a:ext>
            </a:extLst>
          </p:cNvSpPr>
          <p:nvPr>
            <p:ph type="dt" sz="quarter" idx="1"/>
          </p:nvPr>
        </p:nvSpPr>
        <p:spPr>
          <a:xfrm>
            <a:off x="3884930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t">
            <a:prstTxWarp prst="textNoShape">
              <a:avLst/>
            </a:prstTxWarp>
          </a:bodyPr>
          <a:lstStyle>
            <a:lvl1pPr algn="r">
              <a:defRPr lang="tr-tr" sz="1200">
                <a:latin typeface="Arial" pitchFamily="1" charset="0"/>
                <a:ea typeface="Arial" pitchFamily="1" charset="0"/>
                <a:cs typeface="Arial" pitchFamily="1" charset="0"/>
              </a:defRPr>
            </a:lvl1pPr>
            <a:lvl2pPr>
              <a:defRPr lang="tr-tr"/>
            </a:lvl2pPr>
            <a:lvl3pPr>
              <a:defRPr lang="tr-tr"/>
            </a:lvl3pPr>
            <a:lvl4pPr>
              <a:defRPr lang="tr-tr"/>
            </a:lvl4pPr>
            <a:lvl5pPr>
              <a:defRPr lang="tr-tr"/>
            </a:lvl5pPr>
            <a:lvl6pPr>
              <a:defRPr lang="tr-tr"/>
            </a:lvl6pPr>
            <a:lvl7pPr>
              <a:defRPr lang="tr-tr"/>
            </a:lvl7pPr>
            <a:lvl8pPr>
              <a:defRPr lang="tr-tr"/>
            </a:lvl8pPr>
            <a:lvl9pPr>
              <a:defRPr lang="tr-tr"/>
            </a:lvl9pPr>
          </a:lstStyle>
          <a:p>
            <a:pPr>
              <a:defRPr lang="tr-tr"/>
            </a:pPr>
          </a:p>
        </p:txBody>
      </p:sp>
      <p:sp>
        <p:nvSpPr>
          <p:cNvPr id="4" name="Rectangle 4"/>
          <p:cNvSpPr>
            <a:spLocks noGrp="1" noChangeArrowheads="1"/>
            <a:extLst>
              <a:ext uri="smNativeData">
                <pr:smNativeData xmlns:pr="smNativeData" val="SMDATA_13_uQLjXxMAAAAlAAAAZAAAAA0AAAAAkAAAAEgAAACQAAAASAAAAAAAAAAC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MAAAAEAAAAAAAAAAAAAAAAAAAAAAAAAAeAAAAaAAAAAAAAAAAAAAAAAAAAAAAAAAAAAAAECcAABAnAAAAAAAAAAAAAAAAAAAAAAAAAAAAAAAAAAAAAAAAAAAAABQAAAAAAAAAwMD/AAAAAABkAAAAMgAAAAAAAABkAAAAAAAAAH9/fwAKAAAAHwAAAFQAAAAAAAAFAAAAAQAAAAAAAAAAAAAAAAAAAAAAAAAAAAAAAAAAAAAAAAAAAAAAAn9/fwAAAAADzMzMAMDA/wB/f38AAAAAAAAAAAAAAAAAAAAAAAAAAAAhAAAAGAAAABQAAAAAAAAAbjUAAEgSAAA+OAAAEAAAACYAAAAIAAAAv58AAP//wQE="/>
              </a:ext>
            </a:extLst>
          </p:cNvSpPr>
          <p:nvPr>
            <p:ph type="ftr" sz="quarter" idx="2"/>
          </p:nvPr>
        </p:nvSpPr>
        <p:spPr>
          <a:xfrm>
            <a:off x="0" y="868553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b">
            <a:prstTxWarp prst="textNoShape">
              <a:avLst/>
            </a:prstTxWarp>
          </a:bodyPr>
          <a:lstStyle>
            <a:lvl1pPr algn="l">
              <a:defRPr lang="tr-tr" sz="1200">
                <a:latin typeface="Arial" pitchFamily="1" charset="0"/>
                <a:ea typeface="Arial" pitchFamily="1" charset="0"/>
                <a:cs typeface="Arial" pitchFamily="1" charset="0"/>
              </a:defRPr>
            </a:lvl1pPr>
            <a:lvl2pPr>
              <a:defRPr lang="tr-tr"/>
            </a:lvl2pPr>
            <a:lvl3pPr>
              <a:defRPr lang="tr-tr"/>
            </a:lvl3pPr>
            <a:lvl4pPr>
              <a:defRPr lang="tr-tr"/>
            </a:lvl4pPr>
            <a:lvl5pPr>
              <a:defRPr lang="tr-tr"/>
            </a:lvl5pPr>
            <a:lvl6pPr>
              <a:defRPr lang="tr-tr"/>
            </a:lvl6pPr>
            <a:lvl7pPr>
              <a:defRPr lang="tr-tr"/>
            </a:lvl7pPr>
            <a:lvl8pPr>
              <a:defRPr lang="tr-tr"/>
            </a:lvl8pPr>
            <a:lvl9pPr>
              <a:defRPr lang="tr-tr"/>
            </a:lvl9pPr>
          </a:lstStyle>
          <a:p>
            <a:pPr>
              <a:defRPr lang="tr-tr"/>
            </a:pPr>
          </a:p>
        </p:txBody>
      </p:sp>
      <p:sp>
        <p:nvSpPr>
          <p:cNvPr id="5" name="Rectangle 5"/>
          <p:cNvSpPr>
            <a:spLocks noGrp="1" noChangeArrowheads="1"/>
            <a:extLst>
              <a:ext uri="smNativeData">
                <pr:smNativeData xmlns:pr="smNativeData" val="SMDATA_13_uQLjXxMAAAAlAAAAZAAAAA0AAAAAkAAAAEgAAACQAAAASAAAAAAAAAAC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MAAAAEAAAAAAAAAAAAAAAAAAAAAAAAAAeAAAAaAAAAAAAAAAAAAAAAAAAAAAAAAAAAAAAECcAABAnAAAAAAAAAAAAAAAAAAAAAAAAAAAAAAAAAAAAAAAAAAAAABQAAAAAAAAAwMD/AAAAAABkAAAAMgAAAAAAAABkAAAAAAAAAH9/fwAKAAAAHwAAAFQAAAAAAAAFAAAAAQAAAAAAAAAAAAAAAAAAAAAAAAAAAAAAAAAAAAAAAAAAAAAAAn9/fwAAAAADzMzMAMDA/wB/f38AAAAAAAAAAAAAAAAAAAAAAAAAAAAhAAAAGAAAABQAAADmFwAAbjUAAC4qAAA+OAAAEAAAACYAAAAIAAAAv58AAP//wQE="/>
              </a:ext>
            </a:extLst>
          </p:cNvSpPr>
          <p:nvPr>
            <p:ph type="sldNum" sz="quarter" idx="3"/>
          </p:nvPr>
        </p:nvSpPr>
        <p:spPr>
          <a:xfrm>
            <a:off x="3884930" y="868553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b">
            <a:prstTxWarp prst="textNoShape">
              <a:avLst/>
            </a:prstTxWarp>
          </a:bodyPr>
          <a:lstStyle>
            <a:lvl1pPr algn="r">
              <a:defRPr lang="tr-tr" sz="1200"/>
            </a:lvl1pPr>
            <a:lvl2pPr>
              <a:defRPr lang="tr-tr"/>
            </a:lvl2pPr>
            <a:lvl3pPr>
              <a:defRPr lang="tr-tr"/>
            </a:lvl3pPr>
            <a:lvl4pPr>
              <a:defRPr lang="tr-tr"/>
            </a:lvl4pPr>
            <a:lvl5pPr>
              <a:defRPr lang="tr-tr"/>
            </a:lvl5pPr>
            <a:lvl6pPr>
              <a:defRPr lang="tr-tr"/>
            </a:lvl6pPr>
            <a:lvl7pPr>
              <a:defRPr lang="tr-tr"/>
            </a:lvl7pPr>
            <a:lvl8pPr>
              <a:defRPr lang="tr-tr"/>
            </a:lvl8pPr>
            <a:lvl9pPr>
              <a:defRPr lang="tr-tr"/>
            </a:lvl9pPr>
          </a:lstStyle>
          <a:p>
            <a:pPr>
              <a:defRPr lang="tr-tr"/>
            </a:pPr>
            <a:fld id="{C095632D-BEB9-1088-F7FD-48DD30B3011D}" type="slidenum"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 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p="http://schemas.openxmlformats.org/presentationml/2006/main" xmlns:p14="http://schemas.microsoft.com/office/powerpoint/2010/main" xmlns:r="http://schemas.openxmlformats.org/officeDocument/2006/relationships" xmlns:a="http://schemas.openxmlformats.org/drawing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Grp="1" noChangeArrowheads="1"/>
            <a:extLst>
              <a:ext uri="smNativeData">
                <pr:smNativeData xmlns:pr="smNativeData" val="SMDATA_13_uQLjXxMAAAAlAAAAZAAAAA0AAAAAkAAAAEgAAACQAAAASAAAAAAAAAAA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MAAAAEAAAAAAAAAAAAAAAAAAAAAAAAAAeAAAAaAAAAAAAAAAAAAAAAAAAAAAAAAAAAAAAECcAABAnAAAAAAAAAAAAAAAAAAAAAAAAAAAAAAAAAAAAAAAAAAAAABQAAAAAAAAAwMD/AAAAAABkAAAAMgAAAAAAAABkAAAAAAAAAH9/fwAKAAAAHwAAAFQAAAAAAAAFAAAAAQAAAAAAAAAAAAAAAAAAAAAAAAAAAAAAAAAAAAAAAAAAAAAAAn9/fwAAAAADzMzMAMDA/wB/f38AAAAAAAAAAAAAAAAAAAAAAAAAAAAhAAAAGAAAABQAAAAAAAAAAAAAAEgSAADQAgAAEAAAACYAAAAIAAAAv58AAP//wQE="/>
              </a:ext>
            </a:extLst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t">
            <a:prstTxWarp prst="textNoShape">
              <a:avLst/>
            </a:prstTxWarp>
          </a:bodyPr>
          <a:lstStyle>
            <a:lvl1pPr algn="l">
              <a:defRPr lang="tr-tr" sz="1200">
                <a:latin typeface="Arial" pitchFamily="1" charset="0"/>
                <a:ea typeface="Arial" pitchFamily="1" charset="0"/>
                <a:cs typeface="Arial" pitchFamily="1" charset="0"/>
              </a:defRPr>
            </a:lvl1pPr>
            <a:lvl2pPr>
              <a:defRPr lang="tr-tr"/>
            </a:lvl2pPr>
            <a:lvl3pPr>
              <a:defRPr lang="tr-tr"/>
            </a:lvl3pPr>
            <a:lvl4pPr>
              <a:defRPr lang="tr-tr"/>
            </a:lvl4pPr>
            <a:lvl5pPr>
              <a:defRPr lang="tr-tr"/>
            </a:lvl5pPr>
            <a:lvl6pPr>
              <a:defRPr lang="tr-tr"/>
            </a:lvl6pPr>
            <a:lvl7pPr>
              <a:defRPr lang="tr-tr"/>
            </a:lvl7pPr>
            <a:lvl8pPr>
              <a:defRPr lang="tr-tr"/>
            </a:lvl8pPr>
            <a:lvl9pPr>
              <a:defRPr lang="tr-tr"/>
            </a:lvl9pPr>
          </a:lstStyle>
          <a:p>
            <a:pPr>
              <a:defRPr lang="tr-tr"/>
            </a:pPr>
          </a:p>
        </p:txBody>
      </p:sp>
      <p:sp>
        <p:nvSpPr>
          <p:cNvPr id="3" name="Rectangle 3"/>
          <p:cNvSpPr>
            <a:spLocks noGrp="1" noChangeArrowheads="1"/>
            <a:extLst>
              <a:ext uri="smNativeData">
                <pr:smNativeData xmlns:pr="smNativeData" val="SMDATA_13_uQLjXxMAAAAlAAAAZAAAAA0AAAAAkAAAAEgAAACQAAAASAAAAAAAAAAA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MAAAAEAAAAAAAAAAAAAAAAAAAAAAAAAAeAAAAaAAAAAAAAAAAAAAAAAAAAAAAAAAAAAAAECcAABAnAAAAAAAAAAAAAAAAAAAAAAAAAAAAAAAAAAAAAAAAAAAAABQAAAAAAAAAwMD/AAAAAABkAAAAMgAAAAAAAABkAAAAAAAAAH9/fwAKAAAAHwAAAFQAAAAAAAAFAAAAAQAAAAAAAAAAAAAAAAAAAAAAAAAAAAAAAAAAAAAAAAAAAAAAAn9/fwAAAAADzMzMAMDA/wB/f38AAAAAAAAAAAAAAAAAAAAAAAAAAAAhAAAAGAAAABQAAADmFwAAAAAAAC4qAADQAgAAEAAAACYAAAAIAAAAv58AAP//wQE="/>
              </a:ext>
            </a:extLst>
          </p:cNvSpPr>
          <p:nvPr>
            <p:ph type="dt" idx="1"/>
          </p:nvPr>
        </p:nvSpPr>
        <p:spPr>
          <a:xfrm>
            <a:off x="3884930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t">
            <a:prstTxWarp prst="textNoShape">
              <a:avLst/>
            </a:prstTxWarp>
          </a:bodyPr>
          <a:lstStyle>
            <a:lvl1pPr algn="r">
              <a:defRPr lang="tr-tr" sz="1200">
                <a:latin typeface="Arial" pitchFamily="1" charset="0"/>
                <a:ea typeface="Arial" pitchFamily="1" charset="0"/>
                <a:cs typeface="Arial" pitchFamily="1" charset="0"/>
              </a:defRPr>
            </a:lvl1pPr>
            <a:lvl2pPr>
              <a:defRPr lang="tr-tr"/>
            </a:lvl2pPr>
            <a:lvl3pPr>
              <a:defRPr lang="tr-tr"/>
            </a:lvl3pPr>
            <a:lvl4pPr>
              <a:defRPr lang="tr-tr"/>
            </a:lvl4pPr>
            <a:lvl5pPr>
              <a:defRPr lang="tr-tr"/>
            </a:lvl5pPr>
            <a:lvl6pPr>
              <a:defRPr lang="tr-tr"/>
            </a:lvl6pPr>
            <a:lvl7pPr>
              <a:defRPr lang="tr-tr"/>
            </a:lvl7pPr>
            <a:lvl8pPr>
              <a:defRPr lang="tr-tr"/>
            </a:lvl8pPr>
            <a:lvl9pPr>
              <a:defRPr lang="tr-tr"/>
            </a:lvl9pPr>
          </a:lstStyle>
          <a:p>
            <a:pPr>
              <a:defRPr lang="tr-tr"/>
            </a:pPr>
          </a:p>
        </p:txBody>
      </p:sp>
      <p:sp>
        <p:nvSpPr>
          <p:cNvPr id="4" name="Rectangle 4"/>
          <p:cNvSpPr>
            <a:spLocks noGrp="1" noChangeArrowheads="1"/>
            <a:extLst>
              <a:ext uri="smNativeData">
                <pr:smNativeData xmlns:pr="smNativeData" val="SMDATA_13_uQLjXxMAAAAlAAAAZAAAAC0AAAAAkAAAAEgAAACQAAAASAAAAAAAAAAA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BAAAAAAAAAAAAAAAPAAAAAQAAACMAAAAjAAAAIwAAAB4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MAAAAEAAAAAAAAAAAAAAAAAAAAAAAAAAeAAAAaAAAAAAAAAAAAAAAAAAAAAAAAAAAAAAAECcAABAnAAAAAAAAAAAAAAAAAAAAAAAAAAAAAAAAAAAAAAAAAAAAABQAAAAAAAAAwMD/AAAAAABkAAAAMgAAAAAAAABkAAAAAAAAAH9/fwAKAAAAHwAAAFQAAAAAAAAFAAAAAQAAAAAAAAAAAAAAAAAAAAAAAAAAAAAAAAAAAAAAAAAAAAAAAH9/fwAAAAADzMzMAMDA/wB/f38AAAAAAAAAAAAAAAAAAAAAAAAAAAAhAAAAGAAAABQAAAAIBwAAOAQAACgjAABQGQAAEAAAACYAAAAIAAAAAQ8AAP//wQE="/>
              </a:ext>
            </a:extLst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9525" cap="flat" cmpd="sng" algn="ctr">
            <a:solidFill>
              <a:srgbClr val="000000"/>
            </a:solidFill>
            <a:prstDash val="solid"/>
            <a:headEnd type="none"/>
            <a:tailEnd type="none"/>
          </a:ln>
          <a:effectLst/>
        </p:spPr>
      </p:sp>
      <p:sp>
        <p:nvSpPr>
          <p:cNvPr id="5" name="Rectangle 5"/>
          <p:cNvSpPr>
            <a:spLocks noGrp="1" noChangeArrowheads="1"/>
            <a:extLst>
              <a:ext uri="smNativeData">
                <pr:smNativeData xmlns:pr="smNativeData" val="SMDATA_13_uQLjXxMAAAAlAAAAZAAAAA0AAAAAkAAAAEgAAACQAAAASAAAAAAAAAAA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MAAAAEAAAAAAAAAAAAAAAAAAAAAAAAAAeAAAAaAAAAAAAAAAAAAAAAAAAAAAAAAAAAAAAECcAABAnAAAAAAAAAAAAAAAAAAAAAAAAAAAAAAAAAAAAAAAAAAAAABQAAAAAAAAAwMD/AAAAAABkAAAAMgAAAAAAAABkAAAAAAAAAH9/fwAKAAAAHwAAAFQAAAAAAAAFAAAAAQAAAAAAAAAAAAAAAAAAAAAAAAAAAAAAAAAAAAAAAAAAAAAAAn9/fwAAAAADzMzMAMDA/wB/f38AAAAAAAAAAAAAAAAAAAAAAAAAAAAhAAAAGAAAABQAAAA4BAAAuBoAAPglAAAINAAAEAAAACYAAAAIAAAAvx8AAP//wQE="/>
              </a:ext>
            </a:extLst>
          </p:cNvSpPr>
          <p:nvPr>
            <p:ph type="body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t">
            <a:prstTxWarp prst="textNoShape">
              <a:avLst/>
            </a:prstTxWarp>
          </a:bodyPr>
          <a:lstStyle/>
          <a:p>
            <a:pPr>
              <a:defRPr noProof="1"/>
            </a:pPr>
            <a:r>
              <a:t>Click to edit Master text styles</a:t>
            </a:r>
          </a:p>
          <a:p>
            <a:pPr lvl="1">
              <a:defRPr noProof="1"/>
            </a:pPr>
            <a:r>
              <a:t>Second level</a:t>
            </a:r>
          </a:p>
          <a:p>
            <a:pPr lvl="2">
              <a:defRPr noProof="1"/>
            </a:pPr>
            <a:r>
              <a:t>Third level</a:t>
            </a:r>
          </a:p>
          <a:p>
            <a:pPr lvl="3">
              <a:defRPr noProof="1"/>
            </a:pPr>
            <a:r>
              <a:t>Fourth level</a:t>
            </a:r>
          </a:p>
          <a:p>
            <a:pPr lvl="4">
              <a:defRPr noProof="1"/>
            </a:pPr>
            <a:r>
              <a:t>Fifth level</a:t>
            </a:r>
          </a:p>
        </p:txBody>
      </p:sp>
      <p:sp>
        <p:nvSpPr>
          <p:cNvPr id="6" name="Rectangle 6"/>
          <p:cNvSpPr>
            <a:spLocks noGrp="1" noChangeArrowheads="1"/>
            <a:extLst>
              <a:ext uri="smNativeData">
                <pr:smNativeData xmlns:pr="smNativeData" val="SMDATA_13_uQLjXxMAAAAlAAAAZAAAAA0AAAAAkAAAAEgAAACQAAAASAAAAAAAAAAC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MAAAAEAAAAAAAAAAAAAAAAAAAAAAAAAAeAAAAaAAAAAAAAAAAAAAAAAAAAAAAAAAAAAAAECcAABAnAAAAAAAAAAAAAAAAAAAAAAAAAAAAAAAAAAAAAAAAAAAAABQAAAAAAAAAwMD/AAAAAABkAAAAMgAAAAAAAABkAAAAAAAAAH9/fwAKAAAAHwAAAFQAAAAAAAAFAAAAAQAAAAAAAAAAAAAAAAAAAAAAAAAAAAAAAAAAAAAAAAAAAAAAAn9/fwAAAAADzMzMAMDA/wB/f38AAAAAAAAAAAAAAAAAAAAAAAAAAAAhAAAAGAAAABQAAAAAAAAAbjUAAEgSAAA+OAAAEAAAACYAAAAIAAAAv58AAP//wQE="/>
              </a:ext>
            </a:extLst>
          </p:cNvSpPr>
          <p:nvPr>
            <p:ph type="ftr" sz="quarter" idx="4"/>
          </p:nvPr>
        </p:nvSpPr>
        <p:spPr>
          <a:xfrm>
            <a:off x="0" y="868553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b">
            <a:prstTxWarp prst="textNoShape">
              <a:avLst/>
            </a:prstTxWarp>
          </a:bodyPr>
          <a:lstStyle>
            <a:lvl1pPr algn="l">
              <a:defRPr lang="tr-tr" sz="1200">
                <a:latin typeface="Arial" pitchFamily="1" charset="0"/>
                <a:ea typeface="Arial" pitchFamily="1" charset="0"/>
                <a:cs typeface="Arial" pitchFamily="1" charset="0"/>
              </a:defRPr>
            </a:lvl1pPr>
            <a:lvl2pPr>
              <a:defRPr lang="tr-tr"/>
            </a:lvl2pPr>
            <a:lvl3pPr>
              <a:defRPr lang="tr-tr"/>
            </a:lvl3pPr>
            <a:lvl4pPr>
              <a:defRPr lang="tr-tr"/>
            </a:lvl4pPr>
            <a:lvl5pPr>
              <a:defRPr lang="tr-tr"/>
            </a:lvl5pPr>
            <a:lvl6pPr>
              <a:defRPr lang="tr-tr"/>
            </a:lvl6pPr>
            <a:lvl7pPr>
              <a:defRPr lang="tr-tr"/>
            </a:lvl7pPr>
            <a:lvl8pPr>
              <a:defRPr lang="tr-tr"/>
            </a:lvl8pPr>
            <a:lvl9pPr>
              <a:defRPr lang="tr-tr"/>
            </a:lvl9pPr>
          </a:lstStyle>
          <a:p>
            <a:pPr>
              <a:defRPr lang="tr-tr"/>
            </a:pPr>
          </a:p>
        </p:txBody>
      </p:sp>
      <p:sp>
        <p:nvSpPr>
          <p:cNvPr id="7" name="Rectangle 7"/>
          <p:cNvSpPr>
            <a:spLocks noGrp="1" noChangeArrowheads="1"/>
            <a:extLst>
              <a:ext uri="smNativeData">
                <pr:smNativeData xmlns:pr="smNativeData" val="SMDATA_13_uQLjXxMAAAAlAAAAZAAAAA0AAAAAkAAAAEgAAACQAAAASAAAAAAAAAAC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MAAAAEAAAAAAAAAAAAAAAAAAAAAAAAAAeAAAAaAAAAAAAAAAAAAAAAAAAAAAAAAAAAAAAECcAABAnAAAAAAAAAAAAAAAAAAAAAAAAAAAAAAAAAAAAAAAAAAAAABQAAAAAAAAAwMD/AAAAAABkAAAAMgAAAAAAAABkAAAAAAAAAH9/fwAKAAAAHwAAAFQAAAAAAAAFAAAAAQAAAAAAAAAAAAAAAAAAAAAAAAAAAAAAAAAAAAAAAAAAAAAAAn9/fwAAAAADzMzMAMDA/wB/f38AAAAAAAAAAAAAAAAAAAAAAAAAAAAhAAAAGAAAABQAAADmFwAAbjUAAC4qAAA+OAAAEAAAACYAAAAIAAAAv58AAP//wQE="/>
              </a:ext>
            </a:extLst>
          </p:cNvSpPr>
          <p:nvPr>
            <p:ph type="sldNum" sz="quarter" idx="5"/>
          </p:nvPr>
        </p:nvSpPr>
        <p:spPr>
          <a:xfrm>
            <a:off x="3884930" y="868553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b">
            <a:prstTxWarp prst="textNoShape">
              <a:avLst/>
            </a:prstTxWarp>
          </a:bodyPr>
          <a:lstStyle>
            <a:lvl1pPr algn="r">
              <a:defRPr lang="tr-tr" sz="1200"/>
            </a:lvl1pPr>
            <a:lvl2pPr>
              <a:defRPr lang="tr-tr"/>
            </a:lvl2pPr>
            <a:lvl3pPr>
              <a:defRPr lang="tr-tr"/>
            </a:lvl3pPr>
            <a:lvl4pPr>
              <a:defRPr lang="tr-tr"/>
            </a:lvl4pPr>
            <a:lvl5pPr>
              <a:defRPr lang="tr-tr"/>
            </a:lvl5pPr>
            <a:lvl6pPr>
              <a:defRPr lang="tr-tr"/>
            </a:lvl6pPr>
            <a:lvl7pPr>
              <a:defRPr lang="tr-tr"/>
            </a:lvl7pPr>
            <a:lvl8pPr>
              <a:defRPr lang="tr-tr"/>
            </a:lvl8pPr>
            <a:lvl9pPr>
              <a:defRPr lang="tr-tr"/>
            </a:lvl9pPr>
          </a:lstStyle>
          <a:p>
            <a:pPr>
              <a:defRPr lang="tr-tr"/>
            </a:pPr>
            <a:fld id="{C095632D-50FE-60FB-B08D-A6AE43C346F3}" type="slidenum"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marR="0" indent="0" algn="l" defTabSz="914400">
      <a:lnSpc>
        <a:spcPct val="100000"/>
      </a:lnSpc>
      <a:spcBef>
        <a:spcPts val="430"/>
      </a:spcBef>
      <a:spcAft>
        <a:spcPts val="0"/>
      </a:spcAft>
      <a:buNone/>
      <a:tabLst/>
      <a:defRPr sz="1200" b="0" i="0" u="none" strike="noStrike" kern="1" spc="0" baseline="0" noProof="1">
        <a:solidFill>
          <a:schemeClr val="tx1"/>
        </a:solidFill>
        <a:effectLst/>
        <a:latin typeface="Arial" pitchFamily="1" charset="0"/>
        <a:ea typeface="Arial" pitchFamily="1" charset="0"/>
        <a:cs typeface="Arial" pitchFamily="1" charset="0"/>
      </a:defRPr>
    </a:lvl1pPr>
    <a:lvl2pPr marL="457200" marR="0" indent="0" algn="l" defTabSz="914400">
      <a:lnSpc>
        <a:spcPct val="100000"/>
      </a:lnSpc>
      <a:spcBef>
        <a:spcPts val="430"/>
      </a:spcBef>
      <a:spcAft>
        <a:spcPts val="0"/>
      </a:spcAft>
      <a:buNone/>
      <a:tabLst/>
      <a:defRPr sz="1200" b="0" i="0" u="none" strike="noStrike" kern="1" spc="0" baseline="0" noProof="1">
        <a:solidFill>
          <a:schemeClr val="tx1"/>
        </a:solidFill>
        <a:effectLst/>
        <a:latin typeface="Arial" pitchFamily="1" charset="0"/>
        <a:ea typeface="Arial" pitchFamily="1" charset="0"/>
        <a:cs typeface="Arial" pitchFamily="1" charset="0"/>
      </a:defRPr>
    </a:lvl2pPr>
    <a:lvl3pPr marL="914400" marR="0" indent="0" algn="l" defTabSz="914400">
      <a:lnSpc>
        <a:spcPct val="100000"/>
      </a:lnSpc>
      <a:spcBef>
        <a:spcPts val="430"/>
      </a:spcBef>
      <a:spcAft>
        <a:spcPts val="0"/>
      </a:spcAft>
      <a:buNone/>
      <a:tabLst/>
      <a:defRPr sz="1200" b="0" i="0" u="none" strike="noStrike" kern="1" spc="0" baseline="0" noProof="1">
        <a:solidFill>
          <a:schemeClr val="tx1"/>
        </a:solidFill>
        <a:effectLst/>
        <a:latin typeface="Arial" pitchFamily="1" charset="0"/>
        <a:ea typeface="Arial" pitchFamily="1" charset="0"/>
        <a:cs typeface="Arial" pitchFamily="1" charset="0"/>
      </a:defRPr>
    </a:lvl3pPr>
    <a:lvl4pPr marL="1371600" marR="0" indent="0" algn="l" defTabSz="914400">
      <a:lnSpc>
        <a:spcPct val="100000"/>
      </a:lnSpc>
      <a:spcBef>
        <a:spcPts val="430"/>
      </a:spcBef>
      <a:spcAft>
        <a:spcPts val="0"/>
      </a:spcAft>
      <a:buNone/>
      <a:tabLst/>
      <a:defRPr sz="1200" b="0" i="0" u="none" strike="noStrike" kern="1" spc="0" baseline="0" noProof="1">
        <a:solidFill>
          <a:schemeClr val="tx1"/>
        </a:solidFill>
        <a:effectLst/>
        <a:latin typeface="Arial" pitchFamily="1" charset="0"/>
        <a:ea typeface="Arial" pitchFamily="1" charset="0"/>
        <a:cs typeface="Arial" pitchFamily="1" charset="0"/>
      </a:defRPr>
    </a:lvl4pPr>
    <a:lvl5pPr marL="1828800" marR="0" indent="0" algn="l" defTabSz="914400">
      <a:lnSpc>
        <a:spcPct val="100000"/>
      </a:lnSpc>
      <a:spcBef>
        <a:spcPts val="430"/>
      </a:spcBef>
      <a:spcAft>
        <a:spcPts val="0"/>
      </a:spcAft>
      <a:buNone/>
      <a:tabLst/>
      <a:defRPr sz="1200" b="0" i="0" u="none" strike="noStrike" kern="1" spc="0" baseline="0" noProof="1">
        <a:solidFill>
          <a:schemeClr val="tx1"/>
        </a:solidFill>
        <a:effectLst/>
        <a:latin typeface="Arial" pitchFamily="1" charset="0"/>
        <a:ea typeface="Arial" pitchFamily="1" charset="0"/>
        <a:cs typeface="Arial" pitchFamily="1" charset="0"/>
      </a:defRPr>
    </a:lvl5pPr>
    <a:lvl6pPr marL="2286000" marR="0" indent="0" algn="l" defTabSz="914400">
      <a:lnSpc>
        <a:spcPct val="100000"/>
      </a:lnSpc>
      <a:spcBef>
        <a:spcPts val="0"/>
      </a:spcBef>
      <a:spcAft>
        <a:spcPts val="0"/>
      </a:spcAft>
      <a:buNone/>
      <a:tabLst/>
      <a:defRPr lang="tr-tr" sz="1200" b="0" i="0" u="none" strike="noStrike" kern="1" spc="0" baseline="0">
        <a:solidFill>
          <a:schemeClr val="tx1"/>
        </a:solidFill>
        <a:effectLst/>
        <a:latin typeface="Calibri" pitchFamily="2" charset="0"/>
        <a:ea typeface="Calibri" pitchFamily="2" charset="0"/>
        <a:cs typeface="Calibri" pitchFamily="2" charset="0"/>
      </a:defRPr>
    </a:lvl6pPr>
    <a:lvl7pPr marL="2743200" marR="0" indent="0" algn="l" defTabSz="914400">
      <a:lnSpc>
        <a:spcPct val="100000"/>
      </a:lnSpc>
      <a:spcBef>
        <a:spcPts val="0"/>
      </a:spcBef>
      <a:spcAft>
        <a:spcPts val="0"/>
      </a:spcAft>
      <a:buNone/>
      <a:tabLst/>
      <a:defRPr lang="tr-tr" sz="1200" b="0" i="0" u="none" strike="noStrike" kern="1" spc="0" baseline="0">
        <a:solidFill>
          <a:schemeClr val="tx1"/>
        </a:solidFill>
        <a:effectLst/>
        <a:latin typeface="Calibri" pitchFamily="2" charset="0"/>
        <a:ea typeface="Calibri" pitchFamily="2" charset="0"/>
        <a:cs typeface="Calibri" pitchFamily="2" charset="0"/>
      </a:defRPr>
    </a:lvl7pPr>
    <a:lvl8pPr marL="3200400" marR="0" indent="0" algn="l" defTabSz="914400">
      <a:lnSpc>
        <a:spcPct val="100000"/>
      </a:lnSpc>
      <a:spcBef>
        <a:spcPts val="0"/>
      </a:spcBef>
      <a:spcAft>
        <a:spcPts val="0"/>
      </a:spcAft>
      <a:buNone/>
      <a:tabLst/>
      <a:defRPr lang="tr-tr" sz="1200" b="0" i="0" u="none" strike="noStrike" kern="1" spc="0" baseline="0">
        <a:solidFill>
          <a:schemeClr val="tx1"/>
        </a:solidFill>
        <a:effectLst/>
        <a:latin typeface="Calibri" pitchFamily="2" charset="0"/>
        <a:ea typeface="Calibri" pitchFamily="2" charset="0"/>
        <a:cs typeface="Calibri" pitchFamily="2" charset="0"/>
      </a:defRPr>
    </a:lvl8pPr>
    <a:lvl9pPr marL="3657600" marR="0" indent="0" algn="l" defTabSz="914400">
      <a:lnSpc>
        <a:spcPct val="100000"/>
      </a:lnSpc>
      <a:spcBef>
        <a:spcPts val="0"/>
      </a:spcBef>
      <a:spcAft>
        <a:spcPts val="0"/>
      </a:spcAft>
      <a:buNone/>
      <a:tabLst/>
      <a:defRPr lang="tr-tr" sz="1200" b="0" i="0" u="none" strike="noStrike" kern="1" spc="0" baseline="0">
        <a:solidFill>
          <a:schemeClr val="tx1"/>
        </a:solidFill>
        <a:effectLst/>
        <a:latin typeface="Calibri" pitchFamily="2" charset="0"/>
        <a:ea typeface="Calibri" pitchFamily="2" charset="0"/>
        <a:cs typeface="Calibri" pitchFamily="2" charset="0"/>
      </a:defRPr>
    </a:lvl9pPr>
  </p:notesStyle>
</p:notesMaster>
</file>

<file path=ppt/notesSlides/_rels/notesSlide1.xml.rels><?xml version="1.0" encoding="UTF-8" standalone="yes" 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 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p="http://schemas.openxmlformats.org/presentationml/2006/main" xmlns:p14="http://schemas.microsoft.com/office/powerpoint/2010/main" xmlns:r="http://schemas.openxmlformats.org/officeDocument/2006/relationships" xmlns:a="http://schemas.openxmlformats.org/drawing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7"/>
          <p:cNvSpPr>
            <a:spLocks noGrp="1" noChangeArrowheads="1"/>
            <a:extLst>
              <a:ext uri="smNativeData">
                <pr:smNativeData xmlns:pr="smNativeData" val="SMDATA_13_uQLjXxMAAAAlAAAAZAAAAA0AAAAAkAAAAEgAAACQAAAASAAAAAAAAAAC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MAAAAEAAAAAAAAAAAAAAAAAAAAAAAAAAeAAAAaAAAAAAAAAAAAAAAAAAAAAAAAAAAAAAAECcAABAnAAAAAAAAAAAAAAAAAAAAAAAAAAAAAAAAAAAAAAAAAAAAABQAAAAAAAAAwMD/AAAAAABkAAAAMgAAAAAAAABkAAAAAAAAAH9/fwAKAAAAHwAAAFQAAAAAAAAFAAAAAQAAAAAAAAAAAAAAAAAAAAAAAAAAAAAAAAAAAAAAAAAAAAAAAn9/fwAAAAADzMzMAMDA/wB/f38AAAAAAAAAAAAAAAAAAAAAAAAAAAAhAAAAGAAAABQAAADmFwAAbjUAAC4qAAA+OAAAEAAAACYAAAAIAAAAAYAAAP8fAAA="/>
              </a:ext>
            </a:extLst>
          </p:cNvSpPr>
          <p:nvPr>
            <p:ph type="sldNum" sz="quarter" idx="5"/>
          </p:nvPr>
        </p:nvSpPr>
        <p:spPr>
          <a:xfrm>
            <a:off x="3884930" y="8685530"/>
            <a:ext cx="2971800" cy="457200"/>
          </a:xfrm>
          <a:noFill/>
          <a:ln>
            <a:noFill/>
          </a:ln>
        </p:spPr>
        <p:txBody>
          <a:bodyPr/>
          <a:lstStyle>
            <a:lvl1pPr>
              <a:spcBef>
                <a:spcPts val="0"/>
              </a:spcBef>
              <a:defRPr lang="tr-tr" sz="1200">
                <a:solidFill>
                  <a:schemeClr val="tx1"/>
                </a:solidFill>
                <a:latin typeface="Arial" pitchFamily="1" charset="0"/>
                <a:ea typeface="Arial" pitchFamily="1" charset="0"/>
                <a:cs typeface="Arial" pitchFamily="1" charset="0"/>
              </a:defRPr>
            </a:lvl1pPr>
            <a:lvl2pPr marL="742950" indent="-285750">
              <a:spcBef>
                <a:spcPts val="0"/>
              </a:spcBef>
              <a:defRPr lang="tr-tr" sz="1200">
                <a:solidFill>
                  <a:schemeClr val="tx1"/>
                </a:solidFill>
                <a:latin typeface="Arial" pitchFamily="1" charset="0"/>
                <a:ea typeface="Arial" pitchFamily="1" charset="0"/>
                <a:cs typeface="Arial" pitchFamily="1" charset="0"/>
              </a:defRPr>
            </a:lvl2pPr>
            <a:lvl3pPr marL="1143000" indent="-228600">
              <a:spcBef>
                <a:spcPts val="0"/>
              </a:spcBef>
              <a:defRPr lang="tr-tr" sz="1200">
                <a:solidFill>
                  <a:schemeClr val="tx1"/>
                </a:solidFill>
                <a:latin typeface="Arial" pitchFamily="1" charset="0"/>
                <a:ea typeface="Arial" pitchFamily="1" charset="0"/>
                <a:cs typeface="Arial" pitchFamily="1" charset="0"/>
              </a:defRPr>
            </a:lvl3pPr>
            <a:lvl4pPr marL="1600200" indent="-228600">
              <a:spcBef>
                <a:spcPts val="0"/>
              </a:spcBef>
              <a:defRPr lang="tr-tr" sz="1200">
                <a:solidFill>
                  <a:schemeClr val="tx1"/>
                </a:solidFill>
                <a:latin typeface="Arial" pitchFamily="1" charset="0"/>
                <a:ea typeface="Arial" pitchFamily="1" charset="0"/>
                <a:cs typeface="Arial" pitchFamily="1" charset="0"/>
              </a:defRPr>
            </a:lvl4pPr>
            <a:lvl5pPr marL="2057400" indent="-228600">
              <a:spcBef>
                <a:spcPts val="0"/>
              </a:spcBef>
              <a:defRPr lang="tr-tr" sz="1200">
                <a:solidFill>
                  <a:schemeClr val="tx1"/>
                </a:solidFill>
                <a:latin typeface="Arial" pitchFamily="1" charset="0"/>
                <a:ea typeface="Arial" pitchFamily="1" charset="0"/>
                <a:cs typeface="Arial" pitchFamily="1" charset="0"/>
              </a:defRPr>
            </a:lvl5pPr>
            <a:lvl6pPr marL="2514600" indent="-228600">
              <a:spcBef>
                <a:spcPts val="0"/>
              </a:spcBef>
              <a:spcAft>
                <a:spcPts val="0"/>
              </a:spcAft>
              <a:defRPr lang="tr-tr" sz="1200">
                <a:solidFill>
                  <a:schemeClr val="tx1"/>
                </a:solidFill>
                <a:latin typeface="Arial" pitchFamily="1" charset="0"/>
                <a:ea typeface="Arial" pitchFamily="1" charset="0"/>
                <a:cs typeface="Arial" pitchFamily="1" charset="0"/>
              </a:defRPr>
            </a:lvl6pPr>
            <a:lvl7pPr marL="2971800" indent="-228600">
              <a:spcBef>
                <a:spcPts val="0"/>
              </a:spcBef>
              <a:spcAft>
                <a:spcPts val="0"/>
              </a:spcAft>
              <a:defRPr lang="tr-tr" sz="1200">
                <a:solidFill>
                  <a:schemeClr val="tx1"/>
                </a:solidFill>
                <a:latin typeface="Arial" pitchFamily="1" charset="0"/>
                <a:ea typeface="Arial" pitchFamily="1" charset="0"/>
                <a:cs typeface="Arial" pitchFamily="1" charset="0"/>
              </a:defRPr>
            </a:lvl7pPr>
            <a:lvl8pPr marL="3429000" indent="-228600">
              <a:spcBef>
                <a:spcPts val="0"/>
              </a:spcBef>
              <a:spcAft>
                <a:spcPts val="0"/>
              </a:spcAft>
              <a:defRPr lang="tr-tr" sz="1200">
                <a:solidFill>
                  <a:schemeClr val="tx1"/>
                </a:solidFill>
                <a:latin typeface="Arial" pitchFamily="1" charset="0"/>
                <a:ea typeface="Arial" pitchFamily="1" charset="0"/>
                <a:cs typeface="Arial" pitchFamily="1" charset="0"/>
              </a:defRPr>
            </a:lvl8pPr>
            <a:lvl9pPr marL="3886200" indent="-228600">
              <a:spcBef>
                <a:spcPts val="0"/>
              </a:spcBef>
              <a:spcAft>
                <a:spcPts val="0"/>
              </a:spcAft>
              <a:defRPr lang="tr-tr" sz="1200">
                <a:solidFill>
                  <a:schemeClr val="tx1"/>
                </a:solidFill>
                <a:latin typeface="Arial" pitchFamily="1" charset="0"/>
                <a:ea typeface="Arial" pitchFamily="1" charset="0"/>
                <a:cs typeface="Arial" pitchFamily="1" charset="0"/>
              </a:defRPr>
            </a:lvl9pPr>
          </a:lstStyle>
          <a:p>
            <a:pPr>
              <a:spcBef>
                <a:spcPts val="0"/>
              </a:spcBef>
              <a:defRPr lang="tr-tr"/>
            </a:pPr>
            <a:fld id="{C095632D-55EA-C33A-A42E-A36F826052F6}" type="slidenum">
              <a:t>1</a:t>
            </a:fld>
          </a:p>
        </p:txBody>
      </p:sp>
      <p:sp>
        <p:nvSpPr>
          <p:cNvPr id="3" name="Rectangle 2"/>
          <p:cNvSpPr>
            <a:spLocks noGrp="1" noChangeArrowheads="1"/>
            <a:extLst>
              <a:ext uri="smNativeData">
                <pr:smNativeData xmlns:pr="smNativeData" val="SMDATA_13_uQLjXxMAAAAlAAAAZAAAAC0AAAAAkAAAAEgAAACQAAAASAAAAAAAAAAA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BAAAAAAAAAAAAAAAPAAAAAQAAACMAAAAjAAAAIwAAAB4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MAAAAEAAAAAAAAAAAAAAAAAAAAAAAAAAeAAAAaAAAAAAAAAAAAAAAAAAAAAAAAAAAAAAAECcAABAnAAAAAAAAAAAAAAAAAAAAAAAAAAAAAAAAAAAAAAAAAAAAABQAAAAAAAAAwMD/AAAAAABkAAAAMgAAAAAAAABkAAAAAAAAAH9/fwAKAAAAHwAAAFQAAAAAAAAFAAAAAQAAAAAAAAAAAAAAAAAAAAAAAAAAAAAAAAAAAAAAAAAAAAAAAH9/fwAAAAADzMzMAMDA/wB/f38AAAAAAAAAAAAAAAAAAAAAAAAAAAAhAAAAGAAAABQAAAAIBwAAOAQAACgjAABQGQAAEAAAACYAAAAIAAAAAQAAAIAfAAA="/>
              </a:ext>
            </a:extLst>
          </p:cNvSpPr>
          <p:nvPr>
            <p:ph type="sldImg"/>
          </p:nvPr>
        </p:nvSpPr>
        <p:spPr>
          <a:xfrm>
            <a:off x="1143000" y="685800"/>
            <a:ext cx="4572000" cy="3429000"/>
          </a:xfrm>
          <a:ln w="9525" cap="flat" cmpd="sng" algn="ctr">
            <a:solidFill>
              <a:srgbClr val="000000"/>
            </a:solidFill>
            <a:prstDash val="solid"/>
            <a:headEnd type="none"/>
            <a:tailEnd type="none"/>
          </a:ln>
        </p:spPr>
      </p:sp>
      <p:sp>
        <p:nvSpPr>
          <p:cNvPr id="4" name="Rectangle 3"/>
          <p:cNvSpPr>
            <a:spLocks noGrp="1" noChangeArrowheads="1"/>
            <a:extLst>
              <a:ext uri="smNativeData">
                <pr:smNativeData xmlns:pr="smNativeData" val="SMDATA_13_uQLjXxMAAAAlAAAAZAAAAA0AAAAAkAAAAEgAAACQAAAASAAAAAAAAAAA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MAAAAEAAAAAAAAAAAAAAAAAAAAAAAAAAeAAAAaAAAAAAAAAAAAAAAAAAAAAAAAAAAAAAAECcAABAnAAAAAAAAAAAAAAAAAAAAAAAAAAAAAAAAAAAAAAAAAAAAABQAAAAAAAAAwMD/AAAAAABkAAAAMgAAAAAAAABkAAAAAAAAAH9/fwAKAAAAHwAAAFQAAAAAAAAFAAAAAQAAAAAAAAAAAAAAAAAAAAAAAAAAAAAAAAAAAAAAAAAAAAAAAn9/fwAAAAADzMzMAMDA/wB/f38AAAAAAAAAAAAAAAAAAAAAAAAAAAAhAAAAGAAAABQAAAA4BAAAuBoAAPglAAAINAAAEAAAACYAAAAIAAAAAQAAAP8fAAA="/>
              </a:ext>
            </a:extLst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  <a:ln>
            <a:noFill/>
          </a:ln>
        </p:spPr>
        <p:txBody>
          <a:bodyPr/>
          <a:lstStyle/>
          <a:p>
            <a:pPr>
              <a:defRPr noProof="1"/>
            </a:pPr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p14="http://schemas.microsoft.com/office/powerpoint/2010/main" xmlns:r="http://schemas.openxmlformats.org/officeDocument/2006/relationships" xmlns:a="http://schemas.openxmlformats.org/drawing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7"/>
          <p:cNvSpPr>
            <a:spLocks noGrp="1" noChangeArrowheads="1"/>
            <a:extLst>
              <a:ext uri="smNativeData">
                <pr:smNativeData xmlns:pr="smNativeData" val="SMDATA_13_uQLjXxMAAAAlAAAAZAAAAA0AAAAAkAAAAEgAAACQAAAASAAAAAAAAAAC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MAAAAEAAAAAAAAAAAAAAAAAAAAAAAAAAeAAAAaAAAAAAAAAAAAAAAAAAAAAAAAAAAAAAAECcAABAnAAAAAAAAAAAAAAAAAAAAAAAAAAAAAAAAAAAAAAAAAAAAABQAAAAAAAAAwMD/AAAAAABkAAAAMgAAAAAAAABkAAAAAAAAAH9/fwAKAAAAHwAAAFQAAAAAAAAFAAAAAQAAAAAAAAAAAAAAAAAAAAAAAAAAAAAAAAAAAAAAAAAAAAAAAn9/fwAAAAADzMzMAMDA/wB/f38AAAAAAAAAAAAAAAAAAAAAAAAAAAAhAAAAGAAAABQAAADmFwAAbjUAAC4qAAA+OAAAEAAAACYAAAAIAAAAAYAAAP8fAAA="/>
              </a:ext>
            </a:extLst>
          </p:cNvSpPr>
          <p:nvPr>
            <p:ph type="sldNum" sz="quarter" idx="5"/>
          </p:nvPr>
        </p:nvSpPr>
        <p:spPr>
          <a:xfrm>
            <a:off x="3884930" y="8685530"/>
            <a:ext cx="2971800" cy="457200"/>
          </a:xfrm>
          <a:noFill/>
          <a:ln>
            <a:noFill/>
          </a:ln>
        </p:spPr>
        <p:txBody>
          <a:bodyPr/>
          <a:lstStyle>
            <a:lvl1pPr>
              <a:spcBef>
                <a:spcPts val="0"/>
              </a:spcBef>
              <a:defRPr lang="tr-tr" sz="1200">
                <a:solidFill>
                  <a:schemeClr val="tx1"/>
                </a:solidFill>
                <a:latin typeface="Arial" pitchFamily="1" charset="0"/>
                <a:ea typeface="Arial" pitchFamily="1" charset="0"/>
                <a:cs typeface="Arial" pitchFamily="1" charset="0"/>
              </a:defRPr>
            </a:lvl1pPr>
            <a:lvl2pPr marL="742950" indent="-285750">
              <a:spcBef>
                <a:spcPts val="0"/>
              </a:spcBef>
              <a:defRPr lang="tr-tr" sz="1200">
                <a:solidFill>
                  <a:schemeClr val="tx1"/>
                </a:solidFill>
                <a:latin typeface="Arial" pitchFamily="1" charset="0"/>
                <a:ea typeface="Arial" pitchFamily="1" charset="0"/>
                <a:cs typeface="Arial" pitchFamily="1" charset="0"/>
              </a:defRPr>
            </a:lvl2pPr>
            <a:lvl3pPr marL="1143000" indent="-228600">
              <a:spcBef>
                <a:spcPts val="0"/>
              </a:spcBef>
              <a:defRPr lang="tr-tr" sz="1200">
                <a:solidFill>
                  <a:schemeClr val="tx1"/>
                </a:solidFill>
                <a:latin typeface="Arial" pitchFamily="1" charset="0"/>
                <a:ea typeface="Arial" pitchFamily="1" charset="0"/>
                <a:cs typeface="Arial" pitchFamily="1" charset="0"/>
              </a:defRPr>
            </a:lvl3pPr>
            <a:lvl4pPr marL="1600200" indent="-228600">
              <a:spcBef>
                <a:spcPts val="0"/>
              </a:spcBef>
              <a:defRPr lang="tr-tr" sz="1200">
                <a:solidFill>
                  <a:schemeClr val="tx1"/>
                </a:solidFill>
                <a:latin typeface="Arial" pitchFamily="1" charset="0"/>
                <a:ea typeface="Arial" pitchFamily="1" charset="0"/>
                <a:cs typeface="Arial" pitchFamily="1" charset="0"/>
              </a:defRPr>
            </a:lvl4pPr>
            <a:lvl5pPr marL="2057400" indent="-228600">
              <a:spcBef>
                <a:spcPts val="0"/>
              </a:spcBef>
              <a:defRPr lang="tr-tr" sz="1200">
                <a:solidFill>
                  <a:schemeClr val="tx1"/>
                </a:solidFill>
                <a:latin typeface="Arial" pitchFamily="1" charset="0"/>
                <a:ea typeface="Arial" pitchFamily="1" charset="0"/>
                <a:cs typeface="Arial" pitchFamily="1" charset="0"/>
              </a:defRPr>
            </a:lvl5pPr>
            <a:lvl6pPr marL="2514600" indent="-228600">
              <a:spcBef>
                <a:spcPts val="0"/>
              </a:spcBef>
              <a:spcAft>
                <a:spcPts val="0"/>
              </a:spcAft>
              <a:defRPr lang="tr-tr" sz="1200">
                <a:solidFill>
                  <a:schemeClr val="tx1"/>
                </a:solidFill>
                <a:latin typeface="Arial" pitchFamily="1" charset="0"/>
                <a:ea typeface="Arial" pitchFamily="1" charset="0"/>
                <a:cs typeface="Arial" pitchFamily="1" charset="0"/>
              </a:defRPr>
            </a:lvl6pPr>
            <a:lvl7pPr marL="2971800" indent="-228600">
              <a:spcBef>
                <a:spcPts val="0"/>
              </a:spcBef>
              <a:spcAft>
                <a:spcPts val="0"/>
              </a:spcAft>
              <a:defRPr lang="tr-tr" sz="1200">
                <a:solidFill>
                  <a:schemeClr val="tx1"/>
                </a:solidFill>
                <a:latin typeface="Arial" pitchFamily="1" charset="0"/>
                <a:ea typeface="Arial" pitchFamily="1" charset="0"/>
                <a:cs typeface="Arial" pitchFamily="1" charset="0"/>
              </a:defRPr>
            </a:lvl7pPr>
            <a:lvl8pPr marL="3429000" indent="-228600">
              <a:spcBef>
                <a:spcPts val="0"/>
              </a:spcBef>
              <a:spcAft>
                <a:spcPts val="0"/>
              </a:spcAft>
              <a:defRPr lang="tr-tr" sz="1200">
                <a:solidFill>
                  <a:schemeClr val="tx1"/>
                </a:solidFill>
                <a:latin typeface="Arial" pitchFamily="1" charset="0"/>
                <a:ea typeface="Arial" pitchFamily="1" charset="0"/>
                <a:cs typeface="Arial" pitchFamily="1" charset="0"/>
              </a:defRPr>
            </a:lvl8pPr>
            <a:lvl9pPr marL="3886200" indent="-228600">
              <a:spcBef>
                <a:spcPts val="0"/>
              </a:spcBef>
              <a:spcAft>
                <a:spcPts val="0"/>
              </a:spcAft>
              <a:defRPr lang="tr-tr" sz="1200">
                <a:solidFill>
                  <a:schemeClr val="tx1"/>
                </a:solidFill>
                <a:latin typeface="Arial" pitchFamily="1" charset="0"/>
                <a:ea typeface="Arial" pitchFamily="1" charset="0"/>
                <a:cs typeface="Arial" pitchFamily="1" charset="0"/>
              </a:defRPr>
            </a:lvl9pPr>
          </a:lstStyle>
          <a:p>
            <a:pPr>
              <a:spcBef>
                <a:spcPts val="0"/>
              </a:spcBef>
              <a:defRPr lang="tr-tr"/>
            </a:pPr>
            <a:fld id="{C095632D-7BFC-491E-B2A4-8D4BA6EA44D8}" type="slidenum">
              <a:t>2</a:t>
            </a:fld>
          </a:p>
        </p:txBody>
      </p:sp>
      <p:sp>
        <p:nvSpPr>
          <p:cNvPr id="3" name="Rectangle 2"/>
          <p:cNvSpPr>
            <a:spLocks noGrp="1" noChangeArrowheads="1"/>
            <a:extLst>
              <a:ext uri="smNativeData">
                <pr:smNativeData xmlns:pr="smNativeData" val="SMDATA_13_uQLjXxMAAAAlAAAAZAAAAC0AAAAAkAAAAEgAAACQAAAASAAAAAAAAAAA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BAAAAAAAAAAAAAAAPAAAAAQAAACMAAAAjAAAAIwAAAB4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MAAAAEAAAAAAAAAAAAAAAAAAAAAAAAAAeAAAAaAAAAAAAAAAAAAAAAAAAAAAAAAAAAAAAECcAABAnAAAAAAAAAAAAAAAAAAAAAAAAAAAAAAAAAAAAAAAAAAAAABQAAAAAAAAAwMD/AAAAAABkAAAAMgAAAAAAAABkAAAAAAAAAH9/fwAKAAAAHwAAAFQAAAAAAAAFAAAAAQAAAAAAAAAAAAAAAAAAAAAAAAAAAAAAAAAAAAAAAAAAAAAAAH9/fwAAAAADzMzMAMDA/wB/f38AAAAAAAAAAAAAAAAAAAAAAAAAAAAhAAAAGAAAABQAAAAIBwAAOAQAACgjAABQGQAAEAAAACYAAAAIAAAAAQAAAIAfAAA="/>
              </a:ext>
            </a:extLst>
          </p:cNvSpPr>
          <p:nvPr>
            <p:ph type="sldImg"/>
          </p:nvPr>
        </p:nvSpPr>
        <p:spPr>
          <a:xfrm>
            <a:off x="1143000" y="685800"/>
            <a:ext cx="4572000" cy="3429000"/>
          </a:xfrm>
          <a:ln w="9525" cap="flat" cmpd="sng" algn="ctr">
            <a:solidFill>
              <a:srgbClr val="000000"/>
            </a:solidFill>
            <a:prstDash val="solid"/>
            <a:headEnd type="none"/>
            <a:tailEnd type="none"/>
          </a:ln>
        </p:spPr>
      </p:sp>
      <p:sp>
        <p:nvSpPr>
          <p:cNvPr id="4" name="Rectangle 3"/>
          <p:cNvSpPr>
            <a:spLocks noGrp="1" noChangeArrowheads="1"/>
            <a:extLst>
              <a:ext uri="smNativeData">
                <pr:smNativeData xmlns:pr="smNativeData" val="SMDATA_13_uQLjXxMAAAAlAAAAZAAAAA0AAAAAkAAAAEgAAACQAAAASAAAAAAAAAAA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MAAAAEAAAAAAAAAAAAAAAAAAAAAAAAAAeAAAAaAAAAAAAAAAAAAAAAAAAAAAAAAAAAAAAECcAABAnAAAAAAAAAAAAAAAAAAAAAAAAAAAAAAAAAAAAAAAAAAAAABQAAAAAAAAAwMD/AAAAAABkAAAAMgAAAAAAAABkAAAAAAAAAH9/fwAKAAAAHwAAAFQAAAAAAAAFAAAAAQAAAAAAAAAAAAAAAAAAAAAAAAAAAAAAAAAAAAAAAAAAAAAAAn9/fwAAAAADzMzMAMDA/wB/f38AAAAAAAAAAAAAAAAAAAAAAAAAAAAhAAAAGAAAABQAAAA4BAAAuBoAAPglAAAINAAAEAAAACYAAAAIAAAAAQAAAP8fAAA="/>
              </a:ext>
            </a:extLst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  <a:ln>
            <a:noFill/>
          </a:ln>
        </p:spPr>
        <p:txBody>
          <a:bodyPr/>
          <a:lstStyle/>
          <a:p>
            <a:pPr>
              <a:defRPr lang="tr-tr"/>
            </a:pPr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 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Layouts/_rels/slideLayout2.xml.rels><?xml version="1.0" encoding="UTF-8" standalone="yes" 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 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 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 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 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 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 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 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 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 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 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 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Layouts/_rels/slideLayout14.xml.rels><?xml version="1.0" encoding="UTF-8" standalone="yes" 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 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 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 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 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 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 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 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 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 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p="http://schemas.openxmlformats.org/presentationml/2006/main" xmlns:p14="http://schemas.microsoft.com/office/powerpoint/2010/main" xmlns:r="http://schemas.openxmlformats.org/officeDocument/2006/relationships" xmlns:a="http://schemas.openxmlformats.org/drawingml/2006/main" showMasterSp="0" type="title" preserve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9"/>
          <p:cNvSpPr>
            <a:extLst>
              <a:ext uri="smNativeData">
                <pr:smNativeData xmlns:pr="smNativeData" val="SMDATA_13_uQLjXxMAAAAlAAAAZAAAAE0AAAAAkAAAAEgAAACQAAAASAAAAAAAAAAA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MAAAAEAAAAAAAAAAAAAAAAAAAAAAAAAAeAAAAaAAAAAAAAAAAAAAAAAAAAAAAAAAAAAAAECcAABAnAAAAAAAAAAAAAAAAAAAAAAAAAAAAAAAAAAAAAAAAAAAAABQAAAAAAAAAwMD/AAAAAABkAAAAMgAAAAAAAABkAAAAAAAAAH9/fwAKAAAAHwAAAFQAAAC74OMF////AQAAAAAAAAAAAAAAAAAAAAAAAAAAAAAAAAAAAAAAAAAAAAAAAn9/fwCAgIADzMzMAMDA/wB/f38AAAAAAAAAAAAAAAAAAAAAAAAAAAAhAAAAGAAAABQAAACQJAAAOwEAAHA1AAC8AgAAECAAACYAAAAIAAAA//////////8="/>
              </a:ext>
            </a:extLst>
          </p:cNvSpPr>
          <p:nvPr/>
        </p:nvSpPr>
        <p:spPr>
          <a:xfrm>
            <a:off x="5943600" y="200025"/>
            <a:ext cx="2743200" cy="24447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t"/>
          <a:lstStyle>
            <a:lvl1pPr>
              <a:defRPr lang="tr-tr">
                <a:solidFill>
                  <a:schemeClr val="tx1"/>
                </a:solidFill>
                <a:latin typeface="Arial" pitchFamily="1" charset="0"/>
                <a:ea typeface="Arial" pitchFamily="1" charset="0"/>
                <a:cs typeface="Arial" pitchFamily="1" charset="0"/>
              </a:defRPr>
            </a:lvl1pPr>
            <a:lvl2pPr marL="742950" indent="-285750">
              <a:defRPr lang="tr-tr">
                <a:solidFill>
                  <a:schemeClr val="tx1"/>
                </a:solidFill>
                <a:latin typeface="Arial" pitchFamily="1" charset="0"/>
                <a:ea typeface="Arial" pitchFamily="1" charset="0"/>
                <a:cs typeface="Arial" pitchFamily="1" charset="0"/>
              </a:defRPr>
            </a:lvl2pPr>
            <a:lvl3pPr marL="1143000" indent="-228600">
              <a:defRPr lang="tr-tr">
                <a:solidFill>
                  <a:schemeClr val="tx1"/>
                </a:solidFill>
                <a:latin typeface="Arial" pitchFamily="1" charset="0"/>
                <a:ea typeface="Arial" pitchFamily="1" charset="0"/>
                <a:cs typeface="Arial" pitchFamily="1" charset="0"/>
              </a:defRPr>
            </a:lvl3pPr>
            <a:lvl4pPr marL="1600200" indent="-228600">
              <a:defRPr lang="tr-tr">
                <a:solidFill>
                  <a:schemeClr val="tx1"/>
                </a:solidFill>
                <a:latin typeface="Arial" pitchFamily="1" charset="0"/>
                <a:ea typeface="Arial" pitchFamily="1" charset="0"/>
                <a:cs typeface="Arial" pitchFamily="1" charset="0"/>
              </a:defRPr>
            </a:lvl4pPr>
            <a:lvl5pPr marL="2057400" indent="-228600">
              <a:defRPr lang="tr-tr">
                <a:solidFill>
                  <a:schemeClr val="tx1"/>
                </a:solidFill>
                <a:latin typeface="Arial" pitchFamily="1" charset="0"/>
                <a:ea typeface="Arial" pitchFamily="1" charset="0"/>
                <a:cs typeface="Arial" pitchFamily="1" charset="0"/>
              </a:defRPr>
            </a:lvl5pPr>
            <a:lvl6pPr marL="2514600" indent="-228600" algn="ctr">
              <a:spcBef>
                <a:spcPts val="0"/>
              </a:spcBef>
              <a:spcAft>
                <a:spcPts val="0"/>
              </a:spcAft>
              <a:defRPr lang="tr-tr">
                <a:solidFill>
                  <a:schemeClr val="tx1"/>
                </a:solidFill>
                <a:latin typeface="Arial" pitchFamily="1" charset="0"/>
                <a:ea typeface="Arial" pitchFamily="1" charset="0"/>
                <a:cs typeface="Arial" pitchFamily="1" charset="0"/>
              </a:defRPr>
            </a:lvl6pPr>
            <a:lvl7pPr marL="2971800" indent="-228600" algn="ctr">
              <a:spcBef>
                <a:spcPts val="0"/>
              </a:spcBef>
              <a:spcAft>
                <a:spcPts val="0"/>
              </a:spcAft>
              <a:defRPr lang="tr-tr">
                <a:solidFill>
                  <a:schemeClr val="tx1"/>
                </a:solidFill>
                <a:latin typeface="Arial" pitchFamily="1" charset="0"/>
                <a:ea typeface="Arial" pitchFamily="1" charset="0"/>
                <a:cs typeface="Arial" pitchFamily="1" charset="0"/>
              </a:defRPr>
            </a:lvl7pPr>
            <a:lvl8pPr marL="3429000" indent="-228600" algn="ctr">
              <a:spcBef>
                <a:spcPts val="0"/>
              </a:spcBef>
              <a:spcAft>
                <a:spcPts val="0"/>
              </a:spcAft>
              <a:defRPr lang="tr-tr">
                <a:solidFill>
                  <a:schemeClr val="tx1"/>
                </a:solidFill>
                <a:latin typeface="Arial" pitchFamily="1" charset="0"/>
                <a:ea typeface="Arial" pitchFamily="1" charset="0"/>
                <a:cs typeface="Arial" pitchFamily="1" charset="0"/>
              </a:defRPr>
            </a:lvl8pPr>
            <a:lvl9pPr marL="3886200" indent="-228600" algn="ctr">
              <a:spcBef>
                <a:spcPts val="0"/>
              </a:spcBef>
              <a:spcAft>
                <a:spcPts val="0"/>
              </a:spcAft>
              <a:defRPr lang="tr-tr">
                <a:solidFill>
                  <a:schemeClr val="tx1"/>
                </a:solidFill>
                <a:latin typeface="Arial" pitchFamily="1" charset="0"/>
                <a:ea typeface="Arial" pitchFamily="1" charset="0"/>
                <a:cs typeface="Arial" pitchFamily="1" charset="0"/>
              </a:defRPr>
            </a:lvl9pPr>
          </a:lstStyle>
          <a:p>
            <a:pPr algn="ctr">
              <a:spcBef>
                <a:spcPts val="600"/>
              </a:spcBef>
              <a:defRPr lang="tr-tr"/>
            </a:pPr>
            <a:r>
              <a:rPr lang="tr-tr" sz="1000" b="1">
                <a:solidFill>
                  <a:srgbClr val="FFFFCC"/>
                </a:solidFill>
                <a:latin typeface="Tahoma" pitchFamily="1" charset="0"/>
                <a:ea typeface="Arial" pitchFamily="1" charset="0"/>
                <a:cs typeface="Arial" pitchFamily="1" charset="0"/>
              </a:rPr>
              <a:t>Bilgisayar Mühendisliği Bölümü</a:t>
            </a:r>
            <a:endParaRPr lang="tr-tr" sz="1000" b="1">
              <a:solidFill>
                <a:srgbClr val="FFFFCC"/>
              </a:solidFill>
              <a:latin typeface="Tahoma" pitchFamily="1" charset="0"/>
              <a:ea typeface="Arial" pitchFamily="1" charset="0"/>
              <a:cs typeface="Arial" pitchFamily="1" charset="0"/>
            </a:endParaRPr>
          </a:p>
        </p:txBody>
      </p:sp>
      <p:sp>
        <p:nvSpPr>
          <p:cNvPr id="3" name="Rectangle 4"/>
          <p:cNvSpPr>
            <a:spLocks noGrp="1" noChangeArrowheads="1"/>
            <a:extLst>
              <a:ext uri="smNativeData">
                <pr:smNativeData xmlns:pr="smNativeData" val="SMDATA_13_uQLjXxMAAAAlAAAAZAAAAA0AAAAAkAAAAEgAAACQAAAASAAAAAAAAAAA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MAAAAEAAAAAAAAAAAAAAAAAAAAAAAAAAeAAAAaAAAAAAAAAAAAAAAAAAAAAAAAAAAAAAAECcAABAnAAAAAAAAAAAAAAAAAAAAAAAAAAAAAAAAAAAAAAAAAAAAABQAAAAAAAAAwMD/AAAAAABkAAAAMgAAAAAAAABkAAAAAAAAAH9/fwAKAAAAHwAAAFQAAAAAAAAFAAAAAQAAAAAAAAAAAAAAAAAAAAAAAAAAAAAAAAAAAAAAAAAAAAAAAn9/fwAAAAADzMzMAMDA/wB/f38AAAAAAAAAAAAAAAAAAAAAAAAAAAAhAAAAGAAAABQAAABwCAAA6BcAANAvAACwIgAAEAAAACYAAAAIAAAAAYAAAAAAAAA="/>
              </a:ext>
            </a:extLst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 lang="tr-tr"/>
            </a:lvl1pPr>
            <a:lvl2pPr>
              <a:defRPr lang="tr-tr"/>
            </a:lvl2pPr>
            <a:lvl3pPr>
              <a:defRPr lang="tr-tr"/>
            </a:lvl3pPr>
            <a:lvl4pPr>
              <a:defRPr lang="tr-tr"/>
            </a:lvl4pPr>
            <a:lvl5pPr>
              <a:defRPr lang="tr-tr"/>
            </a:lvl5pPr>
            <a:lvl6pPr>
              <a:defRPr lang="tr-tr"/>
            </a:lvl6pPr>
            <a:lvl7pPr>
              <a:defRPr lang="tr-tr"/>
            </a:lvl7pPr>
            <a:lvl8pPr>
              <a:defRPr lang="tr-tr"/>
            </a:lvl8pPr>
            <a:lvl9pPr>
              <a:defRPr lang="tr-tr"/>
            </a:lvl9pPr>
          </a:lstStyle>
          <a:p>
            <a:pPr>
              <a:defRPr lang="tr-tr"/>
            </a:pPr>
            <a:r>
              <a:t>Click to edit Master subtitle style</a:t>
            </a:r>
          </a:p>
        </p:txBody>
      </p:sp>
      <p:sp>
        <p:nvSpPr>
          <p:cNvPr id="4" name="Rectangle 8"/>
          <p:cNvSpPr>
            <a:spLocks noGrp="1" noChangeArrowheads="1"/>
            <a:extLst>
              <a:ext uri="smNativeData">
                <pr:smNativeData xmlns:pr="smNativeData" val="SMDATA_13_uQLjXxMAAAAlAAAAZAAAAA0AAAAAkAAAAEgAAACQAAAASAAAAAAAAAAB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MAAAAEAAAAAAAAAAAAAAAAAAAAAAAAAAeAAAAaAAAAAAAAAAAAAAAAAAAAAAAAAAAAAAAECcAABAnAAAAAAAAAAAAAAAAAAAAAAAAAAAAAAAAAAAAAAAAAAAAABQAAAAAAAAAwMD/AAAAAABkAAAAMgAAAAAAAABkAAAAAAAAAH9/fwAKAAAAHwAAAFQAAAAAAAAFAAAAAQAAAAAAAAAAAAAAAAAAAAAAAAAAAAAAAAAAAAAAAAAAAAAAAn9/fwAAAAADzMzMAMDA/wB/f38AAAAAAAAAAAAAAAAAAAAAAAAAAAAhAAAAGAAAABQAAACQBgAAqAwAACgyAACzFQAAEAAAACYAAAAIAAAAAYAAAAAAAAA="/>
              </a:ext>
            </a:extLst>
          </p:cNvSpPr>
          <p:nvPr>
            <p:ph type="ctrTitle"/>
          </p:nvPr>
        </p:nvSpPr>
        <p:spPr>
          <a:xfrm>
            <a:off x="1066800" y="2057400"/>
            <a:ext cx="7086600" cy="1470025"/>
          </a:xfrm>
        </p:spPr>
        <p:txBody>
          <a:bodyPr/>
          <a:lstStyle>
            <a:lvl1pPr algn="ctr">
              <a:defRPr lang="tr-tr">
                <a:solidFill>
                  <a:schemeClr val="tx1"/>
                </a:solidFill>
              </a:defRPr>
            </a:lvl1pPr>
            <a:lvl2pPr>
              <a:defRPr lang="tr-tr"/>
            </a:lvl2pPr>
            <a:lvl3pPr>
              <a:defRPr lang="tr-tr"/>
            </a:lvl3pPr>
            <a:lvl4pPr>
              <a:defRPr lang="tr-tr"/>
            </a:lvl4pPr>
            <a:lvl5pPr>
              <a:defRPr lang="tr-tr"/>
            </a:lvl5pPr>
            <a:lvl6pPr>
              <a:defRPr lang="tr-tr"/>
            </a:lvl6pPr>
            <a:lvl7pPr>
              <a:defRPr lang="tr-tr"/>
            </a:lvl7pPr>
            <a:lvl8pPr>
              <a:defRPr lang="tr-tr"/>
            </a:lvl8pPr>
            <a:lvl9pPr>
              <a:defRPr lang="tr-tr"/>
            </a:lvl9pPr>
          </a:lstStyle>
          <a:p>
            <a:pPr>
              <a:defRPr lang="tr-tr"/>
            </a:pPr>
            <a:r>
              <a:t>Click to edit Master title style</a:t>
            </a:r>
          </a:p>
        </p:txBody>
      </p:sp>
      <p:sp>
        <p:nvSpPr>
          <p:cNvPr id="5" name="Rectangle 53"/>
          <p:cNvSpPr>
            <a:extLst>
              <a:ext uri="smNativeData">
                <pr:smNativeData xmlns:pr="smNativeData" val="SMDATA_13_uQLjXxMAAAAlAAAAZAAAAA0AAAAAkAAAAEgAAACQAAAASAAAAAAAAAABAAAAAAAAAAEAAABQAAAAAAAAAAAA4D8AAAAAAADgPwAAAAAAAOA/AAAAAAAA4D8AAAAAAADgPwAAAAAAAOA/AAAAAAAA4D8AAAAAAADgPwAAAAAAAOA/AAAAAAAA4D8CAAAAjAAAAAEAAAADAAAAcr7FAEWXoAAAAAAAAAAAAAAAAAAAAAAAAAAAAAAAAAAAAAAAeAAAAAEAAABAAAAAZAAAAAAAAABoAQAAAAAAAAAAAAAAAAAAAAAAAAAAAAAAAAAAAAAAAAAAAAAAAAAAAAAAAAAAAAAAAAAAAAAAAAAAAAAAAAAAAAAAAAAAAAAAAAAAFAAAADwAAAABAAAAAAAAAAAAAAkPAAAAAQAAACMAAAAjAAAAIwAAAB4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MAAAAEAAAAAAAAAAAAAAAAAAAAAAAAAAeAAAAaAAAAAEAAAAAAAAAAAAAAAAAAAAAAAAAECcAABAnAAAAAAAAAAAAAAAAAAAAAAAAAAAAAAAAAAAAAAAAAAAAABQAAAAAAAAAwMD/AAAAAABkAAAAMgAAAAAAAABkAAAAAAAAAH9/fwAKAAAAHwAAAFQAAAByvsUARZegAAAAAAAAAAAAAAAAAAAAAAAAAAAAAAAAAAAAAAAAAAAAAAAAAn9/fwCAgIADzMzMAMDA/wB/f38AAAAAAAAAAAAAAAAAAAAAAAAAAAAhAAAAGAAAABQAAAAAAAAAEQAAAEA4AADBBAAAECAAACYAAAAIAAAA//////////8="/>
              </a:ext>
            </a:extLst>
          </p:cNvSpPr>
          <p:nvPr/>
        </p:nvSpPr>
        <p:spPr>
          <a:xfrm>
            <a:off x="0" y="10795"/>
            <a:ext cx="9144000" cy="762000"/>
          </a:xfrm>
          <a:prstGeom prst="rect">
            <a:avLst/>
          </a:prstGeom>
          <a:gradFill flip="none" rotWithShape="1">
            <a:gsLst>
              <a:gs pos="0">
                <a:srgbClr val="72BEC5"/>
              </a:gs>
              <a:gs pos="100000">
                <a:srgbClr val="4597A0"/>
              </a:gs>
            </a:gsLst>
            <a:lin ang="0" scaled="0"/>
            <a:tileRect/>
          </a:gradFill>
          <a:ln w="9525" cap="flat" cmpd="sng" algn="ctr">
            <a:solidFill>
              <a:schemeClr val="tx1"/>
            </a:solidFill>
            <a:prstDash val="solid"/>
            <a:headEnd type="none"/>
            <a:tailEnd type="none"/>
          </a:ln>
          <a:effectLst/>
        </p:spPr>
        <p:txBody>
          <a:bodyPr vert="horz" wrap="none" lIns="91440" tIns="45720" rIns="91440" bIns="45720" numCol="1" spcCol="215900" anchor="ctr"/>
          <a:lstStyle>
            <a:lvl1pPr algn="ctr">
              <a:defRPr lang="tr-tr">
                <a:solidFill>
                  <a:schemeClr val="tx1"/>
                </a:solidFill>
                <a:latin typeface="Arial" pitchFamily="1" charset="0"/>
                <a:ea typeface="Arial" pitchFamily="1" charset="0"/>
                <a:cs typeface="Arial" pitchFamily="1" charset="0"/>
              </a:defRPr>
            </a:lvl1pPr>
            <a:lvl2pPr marL="742950" indent="-285750" algn="ctr">
              <a:defRPr lang="tr-tr">
                <a:solidFill>
                  <a:schemeClr val="tx1"/>
                </a:solidFill>
                <a:latin typeface="Arial" pitchFamily="1" charset="0"/>
                <a:ea typeface="Arial" pitchFamily="1" charset="0"/>
                <a:cs typeface="Arial" pitchFamily="1" charset="0"/>
              </a:defRPr>
            </a:lvl2pPr>
            <a:lvl3pPr marL="1143000" indent="-228600" algn="ctr">
              <a:defRPr lang="tr-tr">
                <a:solidFill>
                  <a:schemeClr val="tx1"/>
                </a:solidFill>
                <a:latin typeface="Arial" pitchFamily="1" charset="0"/>
                <a:ea typeface="Arial" pitchFamily="1" charset="0"/>
                <a:cs typeface="Arial" pitchFamily="1" charset="0"/>
              </a:defRPr>
            </a:lvl3pPr>
            <a:lvl4pPr marL="1600200" indent="-228600" algn="ctr">
              <a:defRPr lang="tr-tr">
                <a:solidFill>
                  <a:schemeClr val="tx1"/>
                </a:solidFill>
                <a:latin typeface="Arial" pitchFamily="1" charset="0"/>
                <a:ea typeface="Arial" pitchFamily="1" charset="0"/>
                <a:cs typeface="Arial" pitchFamily="1" charset="0"/>
              </a:defRPr>
            </a:lvl4pPr>
            <a:lvl5pPr marL="2057400" indent="-228600" algn="ctr">
              <a:defRPr lang="tr-tr">
                <a:solidFill>
                  <a:schemeClr val="tx1"/>
                </a:solidFill>
                <a:latin typeface="Arial" pitchFamily="1" charset="0"/>
                <a:ea typeface="Arial" pitchFamily="1" charset="0"/>
                <a:cs typeface="Arial" pitchFamily="1" charset="0"/>
              </a:defRPr>
            </a:lvl5pPr>
            <a:lvl6pPr marL="2514600" indent="-228600" algn="ctr">
              <a:spcBef>
                <a:spcPts val="0"/>
              </a:spcBef>
              <a:spcAft>
                <a:spcPts val="0"/>
              </a:spcAft>
              <a:defRPr lang="tr-tr">
                <a:solidFill>
                  <a:schemeClr val="tx1"/>
                </a:solidFill>
                <a:latin typeface="Arial" pitchFamily="1" charset="0"/>
                <a:ea typeface="Arial" pitchFamily="1" charset="0"/>
                <a:cs typeface="Arial" pitchFamily="1" charset="0"/>
              </a:defRPr>
            </a:lvl6pPr>
            <a:lvl7pPr marL="2971800" indent="-228600" algn="ctr">
              <a:spcBef>
                <a:spcPts val="0"/>
              </a:spcBef>
              <a:spcAft>
                <a:spcPts val="0"/>
              </a:spcAft>
              <a:defRPr lang="tr-tr">
                <a:solidFill>
                  <a:schemeClr val="tx1"/>
                </a:solidFill>
                <a:latin typeface="Arial" pitchFamily="1" charset="0"/>
                <a:ea typeface="Arial" pitchFamily="1" charset="0"/>
                <a:cs typeface="Arial" pitchFamily="1" charset="0"/>
              </a:defRPr>
            </a:lvl7pPr>
            <a:lvl8pPr marL="3429000" indent="-228600" algn="ctr">
              <a:spcBef>
                <a:spcPts val="0"/>
              </a:spcBef>
              <a:spcAft>
                <a:spcPts val="0"/>
              </a:spcAft>
              <a:defRPr lang="tr-tr">
                <a:solidFill>
                  <a:schemeClr val="tx1"/>
                </a:solidFill>
                <a:latin typeface="Arial" pitchFamily="1" charset="0"/>
                <a:ea typeface="Arial" pitchFamily="1" charset="0"/>
                <a:cs typeface="Arial" pitchFamily="1" charset="0"/>
              </a:defRPr>
            </a:lvl8pPr>
            <a:lvl9pPr marL="3886200" indent="-228600" algn="ctr">
              <a:spcBef>
                <a:spcPts val="0"/>
              </a:spcBef>
              <a:spcAft>
                <a:spcPts val="0"/>
              </a:spcAft>
              <a:defRPr lang="tr-tr">
                <a:solidFill>
                  <a:schemeClr val="tx1"/>
                </a:solidFill>
                <a:latin typeface="Arial" pitchFamily="1" charset="0"/>
                <a:ea typeface="Arial" pitchFamily="1" charset="0"/>
                <a:cs typeface="Arial" pitchFamily="1" charset="0"/>
              </a:defRPr>
            </a:lvl9pPr>
          </a:lstStyle>
          <a:p>
            <a:pPr>
              <a:defRPr lang="tr-tr"/>
            </a:pPr>
          </a:p>
        </p:txBody>
      </p:sp>
      <p:sp>
        <p:nvSpPr>
          <p:cNvPr id="6" name="Rectangle 59"/>
          <p:cNvSpPr>
            <a:extLst>
              <a:ext uri="smNativeData">
                <pr:smNativeData xmlns:pr="smNativeData" val="SMDATA_13_uQLjXxMAAAAlAAAAZAAAAA0AAAAAkAAAAEgAAACQAAAASAAAAAAAAAABAAAAAAAAAAEAAABQAAAAAAAAAAAA4D8AAAAAAADgPwAAAAAAAOA/AAAAAAAA4D8AAAAAAADgPwAAAAAAAOA/AAAAAAAA4D8AAAAAAADgPwAAAAAAAOA/AAAAAAAA4D8CAAAAjAAAAAEAAAAAAAAAPY2UAP///wgAAAAAAAAAAAAAAAAAAAAAAAAAAAAAAAAAAAAAeAAAAAEAAABAAAAAAAAAAAAAAABaAAAAAAAAAAAAAAAAAAAAAAAAAAAAAAAAAAAAAAAAAAAAAAAAAAAAAAAAAAAAAAAAAAAAAAAAAAAAAAAAAAAAAAAAAAAAAAAAAAAAFAAAADwAAAABAAAAAAAAAAAAAAkPAAAAAQAAACMAAAAjAAAAIwAAAB4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MAAAAEAAAAAAAAAAAAAAAAAAAAAAAAAAeAAAAaAAAAAAAAAAAAAAAAAAAAAAAAAAAAAAAECcAABAnAAAAAAAAAAAAAAAAAAAAAAAAAAAAAAAAAAAAAAAAAAAAABQAAAAAAAAAwMD/AAAAAABkAAAAMgAAAAAAAABkAAAAAAAAAH9/fwAKAAAAHwAAAFQAAAA9jZQA////AQAAAAAAAAAAAAAAAAAAAAAAAAAAAAAAAAAAAAAAAAAAAAAAAn9/fwCAgIADzMzMAMDA/wB/f38AAAAAAAAAAAAAAAAAAAAAAAAAAAAhAAAAGAAAABQAAAAAAAAA2CcAAEA4AAAwKgAAECAAACYAAAAIAAAA//////////8="/>
              </a:ext>
            </a:extLst>
          </p:cNvSpPr>
          <p:nvPr/>
        </p:nvSpPr>
        <p:spPr>
          <a:xfrm>
            <a:off x="0" y="6477000"/>
            <a:ext cx="9144000" cy="381000"/>
          </a:xfrm>
          <a:prstGeom prst="rect">
            <a:avLst/>
          </a:prstGeom>
          <a:solidFill>
            <a:srgbClr val="3D8D94"/>
          </a:solidFill>
          <a:ln w="9525" cap="flat" cmpd="sng" algn="ctr">
            <a:solidFill>
              <a:schemeClr val="tx1"/>
            </a:solidFill>
            <a:prstDash val="solid"/>
            <a:headEnd type="none"/>
            <a:tailEnd type="none"/>
          </a:ln>
          <a:effectLst/>
        </p:spPr>
        <p:txBody>
          <a:bodyPr vert="horz" wrap="none" lIns="91440" tIns="45720" rIns="91440" bIns="45720" numCol="1" spcCol="215900" anchor="ctr"/>
          <a:lstStyle>
            <a:lvl1pPr algn="ctr">
              <a:defRPr lang="tr-tr">
                <a:solidFill>
                  <a:schemeClr val="tx1"/>
                </a:solidFill>
                <a:latin typeface="Arial" pitchFamily="1" charset="0"/>
                <a:ea typeface="Arial" pitchFamily="1" charset="0"/>
                <a:cs typeface="Arial" pitchFamily="1" charset="0"/>
              </a:defRPr>
            </a:lvl1pPr>
            <a:lvl2pPr marL="742950" indent="-285750" algn="ctr">
              <a:defRPr lang="tr-tr">
                <a:solidFill>
                  <a:schemeClr val="tx1"/>
                </a:solidFill>
                <a:latin typeface="Arial" pitchFamily="1" charset="0"/>
                <a:ea typeface="Arial" pitchFamily="1" charset="0"/>
                <a:cs typeface="Arial" pitchFamily="1" charset="0"/>
              </a:defRPr>
            </a:lvl2pPr>
            <a:lvl3pPr marL="1143000" indent="-228600" algn="ctr">
              <a:defRPr lang="tr-tr">
                <a:solidFill>
                  <a:schemeClr val="tx1"/>
                </a:solidFill>
                <a:latin typeface="Arial" pitchFamily="1" charset="0"/>
                <a:ea typeface="Arial" pitchFamily="1" charset="0"/>
                <a:cs typeface="Arial" pitchFamily="1" charset="0"/>
              </a:defRPr>
            </a:lvl3pPr>
            <a:lvl4pPr marL="1600200" indent="-228600" algn="ctr">
              <a:defRPr lang="tr-tr">
                <a:solidFill>
                  <a:schemeClr val="tx1"/>
                </a:solidFill>
                <a:latin typeface="Arial" pitchFamily="1" charset="0"/>
                <a:ea typeface="Arial" pitchFamily="1" charset="0"/>
                <a:cs typeface="Arial" pitchFamily="1" charset="0"/>
              </a:defRPr>
            </a:lvl4pPr>
            <a:lvl5pPr marL="2057400" indent="-228600" algn="ctr">
              <a:defRPr lang="tr-tr">
                <a:solidFill>
                  <a:schemeClr val="tx1"/>
                </a:solidFill>
                <a:latin typeface="Arial" pitchFamily="1" charset="0"/>
                <a:ea typeface="Arial" pitchFamily="1" charset="0"/>
                <a:cs typeface="Arial" pitchFamily="1" charset="0"/>
              </a:defRPr>
            </a:lvl5pPr>
            <a:lvl6pPr marL="2514600" indent="-228600" algn="ctr">
              <a:spcBef>
                <a:spcPts val="0"/>
              </a:spcBef>
              <a:spcAft>
                <a:spcPts val="0"/>
              </a:spcAft>
              <a:defRPr lang="tr-tr">
                <a:solidFill>
                  <a:schemeClr val="tx1"/>
                </a:solidFill>
                <a:latin typeface="Arial" pitchFamily="1" charset="0"/>
                <a:ea typeface="Arial" pitchFamily="1" charset="0"/>
                <a:cs typeface="Arial" pitchFamily="1" charset="0"/>
              </a:defRPr>
            </a:lvl6pPr>
            <a:lvl7pPr marL="2971800" indent="-228600" algn="ctr">
              <a:spcBef>
                <a:spcPts val="0"/>
              </a:spcBef>
              <a:spcAft>
                <a:spcPts val="0"/>
              </a:spcAft>
              <a:defRPr lang="tr-tr">
                <a:solidFill>
                  <a:schemeClr val="tx1"/>
                </a:solidFill>
                <a:latin typeface="Arial" pitchFamily="1" charset="0"/>
                <a:ea typeface="Arial" pitchFamily="1" charset="0"/>
                <a:cs typeface="Arial" pitchFamily="1" charset="0"/>
              </a:defRPr>
            </a:lvl7pPr>
            <a:lvl8pPr marL="3429000" indent="-228600" algn="ctr">
              <a:spcBef>
                <a:spcPts val="0"/>
              </a:spcBef>
              <a:spcAft>
                <a:spcPts val="0"/>
              </a:spcAft>
              <a:defRPr lang="tr-tr">
                <a:solidFill>
                  <a:schemeClr val="tx1"/>
                </a:solidFill>
                <a:latin typeface="Arial" pitchFamily="1" charset="0"/>
                <a:ea typeface="Arial" pitchFamily="1" charset="0"/>
                <a:cs typeface="Arial" pitchFamily="1" charset="0"/>
              </a:defRPr>
            </a:lvl8pPr>
            <a:lvl9pPr marL="3886200" indent="-228600" algn="ctr">
              <a:spcBef>
                <a:spcPts val="0"/>
              </a:spcBef>
              <a:spcAft>
                <a:spcPts val="0"/>
              </a:spcAft>
              <a:defRPr lang="tr-tr">
                <a:solidFill>
                  <a:schemeClr val="tx1"/>
                </a:solidFill>
                <a:latin typeface="Arial" pitchFamily="1" charset="0"/>
                <a:ea typeface="Arial" pitchFamily="1" charset="0"/>
                <a:cs typeface="Arial" pitchFamily="1" charset="0"/>
              </a:defRPr>
            </a:lvl9pPr>
          </a:lstStyle>
          <a:p>
            <a:pPr>
              <a:defRPr lang="tr-tr"/>
            </a:pPr>
          </a:p>
        </p:txBody>
      </p:sp>
      <p:pic>
        <p:nvPicPr>
          <p:cNvPr id="7" name="Picture 15" descr="C:\Users\rehin99\Desktop\bilg-logo.png"/>
          <p:cNvPicPr>
            <a:picLocks noChangeAspect="1"/>
            <a:extLst>
              <a:ext uri="smNativeData">
                <pr:smNativeData xmlns:pr="smNativeData" val="SMDATA_15_uQLjXxMAAAAlAAAAEQAAAC0AAAAAkAAAAEgAAACQAAAASAAAAAAAAAAA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AcAAAA4AAAAAAAAAAAAAAAAAAAA////AAAAAAAAAAAAAAAAAAAAAAAAAAAAAAAAAAAAAABkAAAAZAAAAAAAAAAjAAAABAAAAGQAAAAXAAAAFAAAAAAAAAAAAAAA/38AAP9/AAAAAAAACQAAAAQAAAAKAAAADAAAABAAAAAAAAAAAAAAAAAAAAAAAAAAHgAAAGgAAAAAAAAAAAAAAAAAAAAAAAAAAAAAABAnAAAQJwAAAAAAAAAAAAAAAAAAAAAAAAAAAAAAAAAAAAAAAAAAAAAUAAAAAAAAAMDA/wAAAAAAZAAAADIAAAAAAAAAZAAAAAAAAAB/f38ACgAAAB8AAABUAAAAu+DjBf///wEAAAAAAAAAAAAAAAAAAAAAAAAAAAAAAAAAAAAAAAAAAAAAAAJ/f38AgICAA8zMzADAwP8Af39/AAAAAAAAAAAAAAAAAP///wAAAAAAIQAAABgAAAAUAAAA8AAAACgjAAD4BwAAMCoAABAAAAAmAAAACAAAAP//////////"/>
              </a:ext>
            </a:extLst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" y="5715000"/>
            <a:ext cx="1143000" cy="1143000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id="8" name="Picture 16" descr="C:\Users\rehin99\Desktop\gtu-logo.png"/>
          <p:cNvPicPr>
            <a:picLocks noChangeAspect="1"/>
            <a:extLst>
              <a:ext uri="smNativeData">
                <pr:smNativeData xmlns:pr="smNativeData" val="SMDATA_15_uQLjXxMAAAAlAAAAEQAAAC0AAAAAkAAAAEgAAACQAAAASAAAAAAAAAAA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AcAAAA4AAAAAAAAAAAAAAAAAAAA////AAAAAAAAAAAAAAAAAAAAAAAAAAAAAAAAAAAAAABkAAAAZAAAAAAAAAAjAAAABAAAAGQAAAAXAAAAFAAAAAAAAAAAAAAA/38AAP9/AAAAAAAACQAAAAQAAAAAAAAADAAAABAAAAAAAAAAAAAAAAAAAAAAAAAAHgAAAGgAAAAAAAAAAAAAAAAAAAAAAAAAAAAAABAnAAAQJwAAAAAAAAAAAAAAAAAAAAAAAAAAAAAAAAAAAAAAAAAAAAAUAAAAAAAAAMDA/wAAAAAAZAAAADIAAAAAAAAAZAAAAAAAAAB/f38ACgAAAB8AAABUAAAAu+DjBf///wEAAAAAAAAAAAAAAAAAAAAAAAAAAAAAAAAAAAAAAAAAAAAAAAJ/f38AgICAA8zMzADAwP8Af39/AAAAAAAAAAAAAAAAAP///wAAAAAAIQAAABgAAAAUAAAAKBQAABsBAABNJQAA1wsAABAAAAAmAAAACAAAAP//////////"/>
              </a:ext>
            </a:extLst>
          </p:cNvPicPr>
          <p:nvPr/>
        </p:nvPicPr>
        <p:blipFill>
          <a:blip r:embed="rId3"/>
          <a:stretch>
            <a:fillRect/>
          </a:stretch>
        </p:blipFill>
        <p:spPr>
          <a:xfrm>
            <a:off x="3276600" y="179705"/>
            <a:ext cx="2787015" cy="1744980"/>
          </a:xfrm>
          <a:prstGeom prst="rect">
            <a:avLst/>
          </a:prstGeom>
          <a:noFill/>
          <a:ln>
            <a:noFill/>
          </a:ln>
          <a:effectLst/>
        </p:spPr>
      </p:pic>
    </p:spTree>
  </p:cSld>
  <p:clrMapOvr>
    <a:masterClrMapping/>
  </p:clrMapOvr>
</p:sldLayout>
</file>

<file path=ppt/slideLayouts/slideLayout2.xml><?xml version="1.0" encoding="utf-8"?>
<p:sldLayout xmlns:p="http://schemas.openxmlformats.org/presentationml/2006/main" xmlns:p14="http://schemas.microsoft.com/office/powerpoint/2010/main" xmlns:r="http://schemas.openxmlformats.org/officeDocument/2006/relationships" xmlns:a="http://schemas.openxmlformats.org/drawing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 noChangeArrowheads="1"/>
            <a:extLst>
              <a:ext uri="smNativeData">
                <pr:smNativeData xmlns:pr="smNativeData" val="SMDATA_13_uQLjXxMAAAAlAAAAZAAAAA0AAAAAkAAAAEgAAACQAAAASAAAAAAAAAAB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MAAAAEAAAAAAAAAAAAAAAAAAAAAAAAAAeAAAAaAAAAAAAAAAAAAAAAAAAAAAAAAAAAAAAECcAABAnAAAAAAAAAAAAAAAAAAAAAAAAAAAAAAAAAAAAAAAAAAAAABQAAAAAAAAAwMD/AAAAAABkAAAAMgAAAAAAAABkAAAAAAAAAH9/fwAKAAAAHwAAAFQAAAAAAAAFAAAAAQAAAAAAAAAAAAAAAAAAAAAAAAAAAAAAAAAAAAAAAAAAAAAAAn9/fwAAAAADzMzMAMDA/wB/f38AAAAAAAAAAAAAAAAAAAAAAAAAAAAhAAAAGAAAABQAAADwAAAAqAAAADgxAAA4BAAAEAAAACYAAAAIAAAAAIAAAAAAAAA="/>
              </a:ext>
            </a:extLst>
          </p:cNvSpPr>
          <p:nvPr>
            <p:ph type="title"/>
          </p:nvPr>
        </p:nvSpPr>
        <p:spPr/>
        <p:txBody>
          <a:bodyPr/>
          <a:lstStyle>
            <a:lvl1pPr>
              <a:defRPr lang="tr-tr" b="0">
                <a:effectLst>
                  <a:outerShdw dist="63500" dir="3600000" algn="tl" rotWithShape="0">
                    <a:srgbClr val="000000">
                      <a:alpha val="40000"/>
                    </a:srgbClr>
                  </a:outerShdw>
                </a:effectLst>
              </a:defRPr>
            </a:lvl1pPr>
            <a:lvl2pPr>
              <a:defRPr lang="tr-tr"/>
            </a:lvl2pPr>
            <a:lvl3pPr>
              <a:defRPr lang="tr-tr"/>
            </a:lvl3pPr>
            <a:lvl4pPr>
              <a:defRPr lang="tr-tr"/>
            </a:lvl4pPr>
            <a:lvl5pPr>
              <a:defRPr lang="tr-tr"/>
            </a:lvl5pPr>
            <a:lvl6pPr>
              <a:defRPr lang="tr-tr"/>
            </a:lvl6pPr>
            <a:lvl7pPr>
              <a:defRPr lang="tr-tr"/>
            </a:lvl7pPr>
            <a:lvl8pPr>
              <a:defRPr lang="tr-tr"/>
            </a:lvl8pPr>
            <a:lvl9pPr>
              <a:defRPr lang="tr-tr"/>
            </a:lvl9pPr>
          </a:lstStyle>
          <a:p>
            <a:pPr>
              <a:defRPr lang="tr-tr"/>
            </a:pPr>
            <a:r>
              <a:t>Asıl başlık stili için tıklatın</a:t>
            </a:r>
          </a:p>
        </p:txBody>
      </p:sp>
      <p:sp>
        <p:nvSpPr>
          <p:cNvPr id="3" name="2 İçerik Yer Tutucusu"/>
          <p:cNvSpPr>
            <a:spLocks noGrp="1" noChangeArrowheads="1"/>
            <a:extLst>
              <a:ext uri="smNativeData">
                <pr:smNativeData xmlns:pr="smNativeData" val="SMDATA_13_uQLjXxMAAAAlAAAAZAAAAA0AAAAAkAAAAEgAAACQAAAASAAAAAAAAAAA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MAAAAEAAAAAAAAAAAAAAAAAAAAAAAAAAeAAAAaAAAAAAAAAAAAAAAAAAAAAAAAAAAAAAAECcAABAnAAAAAAAAAAAAAAAAAAAAAAAAAAAAAAAAAAAAAAAAAAAAABQAAAAAAAAAwMD/AAAAAABkAAAAMgAAAAAAAABkAAAAAAAAAH9/fwAKAAAAHwAAAFQAAAAAAAAFAAAAAQAAAAAAAAAAAAAAAAAAAAAAAAAAAAAAAAAAAAAAAAAAAAAAAn9/fwAAAAADzMzMAMDA/wB/f38AAAAAAAAAAAAAAAAAAAAAAAAAAAAhAAAAGAAAABQAAADwAAAAoAUAAGguAADoJgAAEAAAACYAAAAIAAAAAYAAAAAAAAA="/>
              </a:ext>
            </a:extLst>
          </p:cNvSpPr>
          <p:nvPr>
            <p:ph idx="1"/>
          </p:nvPr>
        </p:nvSpPr>
        <p:spPr>
          <a:xfrm>
            <a:off x="152400" y="914400"/>
            <a:ext cx="7391400" cy="5410200"/>
          </a:xfrm>
        </p:spPr>
        <p:txBody>
          <a:bodyPr/>
          <a:lstStyle>
            <a:lvl1pPr>
              <a:defRPr lang="tr-tr" sz="2600"/>
            </a:lvl1pPr>
            <a:lvl2pPr>
              <a:defRPr lang="tr-tr" sz="2200"/>
            </a:lvl2pPr>
            <a:lvl3pPr>
              <a:defRPr lang="tr-tr" sz="2000"/>
            </a:lvl3pPr>
            <a:lvl4pPr>
              <a:defRPr lang="tr-tr"/>
            </a:lvl4pPr>
            <a:lvl5pPr>
              <a:defRPr lang="tr-tr"/>
            </a:lvl5pPr>
            <a:lvl6pPr>
              <a:defRPr lang="tr-tr"/>
            </a:lvl6pPr>
            <a:lvl7pPr>
              <a:defRPr lang="tr-tr"/>
            </a:lvl7pPr>
            <a:lvl8pPr>
              <a:defRPr lang="tr-tr"/>
            </a:lvl8pPr>
            <a:lvl9pPr>
              <a:defRPr lang="tr-tr"/>
            </a:lvl9pPr>
          </a:lstStyle>
          <a:p>
            <a:pPr>
              <a:defRPr lang="tr-tr"/>
            </a:pPr>
            <a:r>
              <a:t>Asıl metin stillerini düzenlemek için tıklatın</a:t>
            </a:r>
          </a:p>
          <a:p>
            <a:pPr lvl="1">
              <a:defRPr lang="tr-tr"/>
            </a:pPr>
            <a:r>
              <a:t>İkinci düzey</a:t>
            </a:r>
          </a:p>
          <a:p>
            <a:pPr lvl="2">
              <a:defRPr lang="tr-tr"/>
            </a:pPr>
            <a:r>
              <a:t>Üçüncü düzey</a:t>
            </a:r>
          </a:p>
          <a:p>
            <a:pPr lvl="3">
              <a:defRPr lang="tr-tr"/>
            </a:pPr>
            <a:r>
              <a:t>Dördüncü düzey</a:t>
            </a:r>
          </a:p>
          <a:p>
            <a:pPr lvl="4">
              <a:defRPr lang="tr-tr"/>
            </a:pPr>
            <a:r>
              <a:t>Beşinci düzey</a:t>
            </a:r>
          </a:p>
        </p:txBody>
      </p:sp>
      <p:sp>
        <p:nvSpPr>
          <p:cNvPr id="4" name="Rectangle 50"/>
          <p:cNvSpPr>
            <a:spLocks noGrp="1" noChangeArrowheads="1"/>
            <a:extLst>
              <a:ext uri="smNativeData">
                <pr:smNativeData xmlns:pr="smNativeData" val="SMDATA_13_uQLjXxMAAAAlAAAAZAAAAA0AAAAAkAAAAEgAAACQAAAASAAAAAAAAAAA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MAAAAEAAAAAAAAAAAAAAAAAAAAAAAAAAeAAAAaAAAAAAAAAAAAAAAAAAAAAAAAAAAAAAAECcAABAnAAAAAAAAAAAAAAAAAAAAAAAAAAAAAAAAAAAAAAAAAAAAABQAAAAAAAAAwMD/AAAAAABkAAAAMgAAAAAAAABkAAAAAAAAAH9/fwAKAAAAHwAAAFQAAAAAAAAFAAAAAQAAAAAAAAAAAAAAAAAAAAAAAAAAAAAAAAAAAAAAAAAAAAAAAn9/fwAAAAADzMzMAMDA/wB/f38AAAAAAAAAAAAAAAAAAAAAAAAAAAAhAAAAGAAAABQAAACANAAAUCgAAFA3AADIKAAAEAAAACYAAAAIAAAAAAAAAIAfAAA="/>
              </a:ext>
            </a:extLst>
          </p:cNvSpPr>
          <p:nvPr>
            <p:ph type="sldNum" sz="quarter" idx="10"/>
          </p:nvPr>
        </p:nvSpPr>
        <p:spPr>
          <a:ln>
            <a:noFill/>
          </a:ln>
        </p:spPr>
        <p:txBody>
          <a:bodyPr/>
          <a:lstStyle/>
          <a:p>
            <a:pPr>
              <a:defRPr lang="tr-tr"/>
            </a:pPr>
            <a:fld id="{C095632D-0CD3-F62F-9D1B-FA7A97556BAF}" type="slidenum">
              <a:t>8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p="http://schemas.openxmlformats.org/presentationml/2006/main" xmlns:p14="http://schemas.microsoft.com/office/powerpoint/2010/main" xmlns:r="http://schemas.openxmlformats.org/officeDocument/2006/relationships" xmlns:a="http://schemas.openxmlformats.org/drawingml/2006/main" type="secHead" preserve="1">
  <p:cSld name="Bölüm Üstbilgi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 noChangeArrowheads="1"/>
            <a:extLst>
              <a:ext uri="smNativeData">
                <pr:smNativeData xmlns:pr="smNativeData" val="SMDATA_13_uQLjXxMAAAAlAAAAZAAAAA0AAAAAkAAAAEgAAACQAAAASAAAAAAAAAAA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MAAAAEAAAAAAAAAAAAAAAAAAAAAAAAAAeAAAAaAAAAAAAAAAAAAAAAAAAAAAAAAAAAAAAECcAABAnAAAAAAAAAAAAAAAAAAAAAAAAAAAAAAAAAAAAAAAAAAAAABQAAAAAAAAAwMD/AAAAAABkAAAAMgAAAAAAAABkAAAAAAAAAH9/fwAKAAAAHwAAAFQAAAAAAAAFAAAAAQAAAAAAAAAAAAAAAAAAAAAAAAAAAAAAAAAAAAAAAAAAAAAAAn9/fwAAAAADzMzMAMDA/wB/f38AAAAAAAAAAAAAAAAAAAAAAAAAAAAhAAAAGAAAABQAAAByBAAAHBsAAEI0AAB9IwAAEAAAACYAAAAIAAAAgYAAAAAAAAA="/>
              </a:ext>
            </a:extLst>
          </p:cNvSpPr>
          <p:nvPr>
            <p:ph type="title"/>
          </p:nvPr>
        </p:nvSpPr>
        <p:spPr>
          <a:xfrm>
            <a:off x="722630" y="4406900"/>
            <a:ext cx="7772400" cy="1362075"/>
          </a:xfrm>
        </p:spPr>
        <p:txBody>
          <a:bodyPr vert="horz" wrap="square" lIns="91440" tIns="45720" rIns="91440" bIns="45720" numCol="1" spcCol="215900" anchor="t">
            <a:prstTxWarp prst="textNoShape">
              <a:avLst/>
            </a:prstTxWarp>
          </a:bodyPr>
          <a:lstStyle>
            <a:lvl1pPr algn="l">
              <a:defRPr lang="tr-tr" sz="4000" b="1" cap="all"/>
            </a:lvl1pPr>
            <a:lvl2pPr>
              <a:defRPr lang="tr-tr"/>
            </a:lvl2pPr>
            <a:lvl3pPr>
              <a:defRPr lang="tr-tr"/>
            </a:lvl3pPr>
            <a:lvl4pPr>
              <a:defRPr lang="tr-tr"/>
            </a:lvl4pPr>
            <a:lvl5pPr>
              <a:defRPr lang="tr-tr"/>
            </a:lvl5pPr>
            <a:lvl6pPr>
              <a:defRPr lang="tr-tr"/>
            </a:lvl6pPr>
            <a:lvl7pPr>
              <a:defRPr lang="tr-tr"/>
            </a:lvl7pPr>
            <a:lvl8pPr>
              <a:defRPr lang="tr-tr"/>
            </a:lvl8pPr>
            <a:lvl9pPr>
              <a:defRPr lang="tr-tr"/>
            </a:lvl9pPr>
          </a:lstStyle>
          <a:p>
            <a:pPr>
              <a:defRPr lang="tr-tr" cap="all"/>
            </a:pPr>
            <a:r>
              <a:t>As</a:t>
            </a:r>
            <a:r>
              <a:rPr lang="en-us" cap="all"/>
              <a:t>I</a:t>
            </a:r>
            <a:r>
              <a:t>l başl</a:t>
            </a:r>
            <a:r>
              <a:rPr lang="en-us" cap="all"/>
              <a:t>I</a:t>
            </a:r>
            <a:r>
              <a:t>k st</a:t>
            </a:r>
            <a:r>
              <a:rPr lang="en-us" cap="all"/>
              <a:t>İ</a:t>
            </a:r>
            <a:r>
              <a:t>l</a:t>
            </a:r>
            <a:r>
              <a:rPr lang="en-us" cap="all"/>
              <a:t>İ</a:t>
            </a:r>
            <a:r>
              <a:t> </a:t>
            </a:r>
            <a:r>
              <a:rPr lang="en-us" cap="all"/>
              <a:t>İ</a:t>
            </a:r>
            <a:r>
              <a:t>ç</a:t>
            </a:r>
            <a:r>
              <a:rPr lang="en-us" cap="all"/>
              <a:t>İ</a:t>
            </a:r>
            <a:r>
              <a:t>n t</a:t>
            </a:r>
            <a:r>
              <a:rPr lang="en-us" cap="all"/>
              <a:t>I</a:t>
            </a:r>
            <a:r>
              <a:t>klat</a:t>
            </a:r>
            <a:r>
              <a:rPr lang="en-us" cap="all"/>
              <a:t>I</a:t>
            </a:r>
            <a:r>
              <a:t>n</a:t>
            </a:r>
          </a:p>
        </p:txBody>
      </p:sp>
      <p:sp>
        <p:nvSpPr>
          <p:cNvPr id="3" name="2 Metin Yer Tutucusu"/>
          <p:cNvSpPr>
            <a:spLocks noGrp="1" noChangeArrowheads="1"/>
            <a:extLst>
              <a:ext uri="smNativeData">
                <pr:smNativeData xmlns:pr="smNativeData" val="SMDATA_13_uQLjXxMAAAAlAAAAZAAAAA0AAAAAkAAAAEgAAACQAAAASAAAAAAAAAAC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MAAAAEAAAAAAAAAAAAAAAAAAAAAAAAAAeAAAAaAAAAAAAAAAAAAAAAAAAAAAAAAAAAAAAECcAABAnAAAAAAAAAAAAAAAAAAAAAAAAAAAAAAAAAAAAAAAAAAAAABQAAAAAAAAAwMD/AAAAAABkAAAAMgAAAAAAAABkAAAAAAAAAH9/fwAKAAAAHwAAAFQAAAAAAAAFAAAAAQAAAAAAAAAAAAAAAAAAAAAAAAAAAAAAAAAAAAAAAAAAAAAAAn9/fwAAAAADzMzMAMDA/wB/f38AAAAAAAAAAAAAAAAAAAAAAAAAAAAhAAAAGAAAABQAAAByBAAA4hEAAEI0AAAcGwAAEAAAACYAAAAIAAAAgYAAAAAAAAA="/>
              </a:ext>
            </a:extLst>
          </p:cNvSpPr>
          <p:nvPr>
            <p:ph idx="1"/>
          </p:nvPr>
        </p:nvSpPr>
        <p:spPr>
          <a:xfrm>
            <a:off x="722630" y="2907030"/>
            <a:ext cx="7772400" cy="1499870"/>
          </a:xfrm>
        </p:spPr>
        <p:txBody>
          <a:bodyPr vert="horz" wrap="square" lIns="91440" tIns="45720" rIns="91440" bIns="45720" numCol="1" spcCol="215900" anchor="b">
            <a:prstTxWarp prst="textNoShape">
              <a:avLst/>
            </a:prstTxWarp>
          </a:bodyPr>
          <a:lstStyle>
            <a:lvl1pPr marL="0" indent="0">
              <a:buNone/>
              <a:defRPr lang="tr-tr" sz="2000"/>
            </a:lvl1pPr>
            <a:lvl2pPr marL="457200" indent="0">
              <a:buNone/>
              <a:defRPr lang="tr-tr" sz="1800"/>
            </a:lvl2pPr>
            <a:lvl3pPr marL="914400" indent="0">
              <a:buNone/>
              <a:defRPr lang="tr-tr" sz="1600"/>
            </a:lvl3pPr>
            <a:lvl4pPr marL="1371600" indent="0">
              <a:buNone/>
              <a:defRPr lang="tr-tr" sz="1400"/>
            </a:lvl4pPr>
            <a:lvl5pPr marL="1828800" indent="0">
              <a:buNone/>
              <a:defRPr lang="tr-tr" sz="1400"/>
            </a:lvl5pPr>
            <a:lvl6pPr marL="2286000" indent="0">
              <a:buNone/>
              <a:defRPr lang="tr-tr" sz="1400"/>
            </a:lvl6pPr>
            <a:lvl7pPr marL="2743200" indent="0">
              <a:buNone/>
              <a:defRPr lang="tr-tr" sz="1400"/>
            </a:lvl7pPr>
            <a:lvl8pPr marL="3200400" indent="0">
              <a:buNone/>
              <a:defRPr lang="tr-tr" sz="1400"/>
            </a:lvl8pPr>
            <a:lvl9pPr marL="3657600" indent="0">
              <a:buNone/>
              <a:defRPr lang="tr-tr" sz="1400"/>
            </a:lvl9pPr>
          </a:lstStyle>
          <a:p>
            <a:pPr>
              <a:defRPr lang="tr-tr"/>
            </a:pPr>
            <a:r>
              <a:t>Asıl metin stillerini düzenlemek için tıklatın</a:t>
            </a:r>
          </a:p>
        </p:txBody>
      </p:sp>
      <p:sp>
        <p:nvSpPr>
          <p:cNvPr id="4" name="Rectangle 50"/>
          <p:cNvSpPr>
            <a:spLocks noGrp="1" noChangeArrowheads="1"/>
            <a:extLst>
              <a:ext uri="smNativeData">
                <pr:smNativeData xmlns:pr="smNativeData" val="SMDATA_13_uQLjXxMAAAAlAAAAZAAAAA0AAAAAkAAAAEgAAACQAAAASAAAAAAAAAAA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MAAAAEAAAAAAAAAAAAAAAAAAAAAAAAAAeAAAAaAAAAAAAAAAAAAAAAAAAAAAAAAAAAAAAECcAABAnAAAAAAAAAAAAAAAAAAAAAAAAAAAAAAAAAAAAAAAAAAAAABQAAAAAAAAAwMD/AAAAAABkAAAAMgAAAAAAAABkAAAAAAAAAH9/fwAKAAAAHwAAAFQAAAAAAAAFAAAAAQAAAAAAAAAAAAAAAAAAAAAAAAAAAAAAAAAAAAAAAAAAAAAAAn9/fwAAAAADzMzMAMDA/wB/f38AAAAAAAAAAAAAAAAAAAAAAAAAAAAhAAAAGAAAABQAAACANAAAUCgAAFA3AADIKAAAEAAAACYAAAAIAAAAAAAAAIAfAAA="/>
              </a:ext>
            </a:extLst>
          </p:cNvSpPr>
          <p:nvPr>
            <p:ph type="sldNum" sz="quarter" idx="10"/>
          </p:nvPr>
        </p:nvSpPr>
        <p:spPr>
          <a:ln>
            <a:noFill/>
          </a:ln>
        </p:spPr>
        <p:txBody>
          <a:bodyPr/>
          <a:lstStyle/>
          <a:p>
            <a:pPr>
              <a:defRPr lang="tr-tr"/>
            </a:pPr>
            <a:fld id="{C095632D-BFE3-63FA-AD8E-49AF42C05B1C}" type="slidenum">
              <a:t>‹#›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p="http://schemas.openxmlformats.org/presentationml/2006/main" xmlns:p14="http://schemas.microsoft.com/office/powerpoint/2010/main" xmlns:r="http://schemas.openxmlformats.org/officeDocument/2006/relationships" xmlns:a="http://schemas.openxmlformats.org/drawing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 noChangeArrowheads="1"/>
            <a:extLst>
              <a:ext uri="smNativeData">
                <pr:smNativeData xmlns:pr="smNativeData" val="SMDATA_13_uQLjXxMAAAAlAAAAZAAAAA0AAAAAkAAAAEgAAACQAAAASAAAAAAAAAAB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MAAAAEAAAAAAAAAAAAAAAAAAAAAAAAAAeAAAAaAAAAAAAAAAAAAAAAAAAAAAAAAAAAAAAECcAABAnAAAAAAAAAAAAAAAAAAAAAAAAAAAAAAAAAAAAAAAAAAAAABQAAAAAAAAAwMD/AAAAAABkAAAAMgAAAAAAAABkAAAAAAAAAH9/fwAKAAAAHwAAAFQAAAAAAAAFAAAAAQAAAAAAAAAAAAAAAAAAAAAAAAAAAAAAAAAAAAAAAAAAAAAAAn9/fwAAAAADzMzMAMDA/wB/f38AAAAAAAAAAAAAAAAAAAAAAAAAAAAhAAAAGAAAABQAAADwAAAAqAAAADgxAAA4BAAAEAAAACYAAAAIAAAAAAAAAAAAAAA="/>
              </a:ext>
            </a:extLst>
          </p:cNvSpPr>
          <p:nvPr>
            <p:ph type="title"/>
          </p:nvPr>
        </p:nvSpPr>
        <p:spPr/>
        <p:txBody>
          <a:bodyPr/>
          <a:lstStyle/>
          <a:p>
            <a:pPr>
              <a:defRPr lang="tr-tr"/>
            </a:pPr>
            <a:r>
              <a:t>Asıl başlık stili için tıklatın</a:t>
            </a:r>
          </a:p>
        </p:txBody>
      </p:sp>
      <p:sp>
        <p:nvSpPr>
          <p:cNvPr id="3" name="2 İçerik Yer Tutucusu"/>
          <p:cNvSpPr>
            <a:spLocks noGrp="1" noChangeArrowheads="1"/>
            <a:extLst>
              <a:ext uri="smNativeData">
                <pr:smNativeData xmlns:pr="smNativeData" val="SMDATA_13_uQLjXxMAAAAlAAAAZAAAAA0AAAAAkAAAAEgAAACQAAAASAAAAAAAAAAA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MAAAAEAAAAAAAAAAAAAAAAAAAAAAAAAAeAAAAaAAAAAAAAAAAAAAAAAAAAAAAAAAAAAAAECcAABAnAAAAAAAAAAAAAAAAAAAAAAAAAAAAAAAAAAAAAAAAAAAAABQAAAAAAAAAwMD/AAAAAABkAAAAMgAAAAAAAABkAAAAAAAAAH9/fwAKAAAAHwAAAFQAAAAAAAAFAAAAAQAAAAAAAAAAAAAAAAAAAAAAAAAAAAAAAAAAAAAAAAAAAAAAAn9/fwAAAAADzMzMAMDA/wB/f38AAAAAAAAAAAAAAAAAAAAAAAAAAAAhAAAAGAAAABQAAADwAAAAoAUAAKgbAADoJgAAEAAAACYAAAAIAAAAAYAAAAAAAAA="/>
              </a:ext>
            </a:extLst>
          </p:cNvSpPr>
          <p:nvPr>
            <p:ph idx="1"/>
          </p:nvPr>
        </p:nvSpPr>
        <p:spPr>
          <a:xfrm>
            <a:off x="152400" y="914400"/>
            <a:ext cx="4343400" cy="5410200"/>
          </a:xfrm>
        </p:spPr>
        <p:txBody>
          <a:bodyPr/>
          <a:lstStyle>
            <a:lvl1pPr>
              <a:defRPr lang="tr-tr" sz="2800"/>
            </a:lvl1pPr>
            <a:lvl2pPr>
              <a:defRPr lang="tr-tr" sz="2400"/>
            </a:lvl2pPr>
            <a:lvl3pPr>
              <a:defRPr lang="tr-tr" sz="2000"/>
            </a:lvl3pPr>
            <a:lvl4pPr>
              <a:defRPr lang="tr-tr" sz="1800"/>
            </a:lvl4pPr>
            <a:lvl5pPr>
              <a:defRPr lang="tr-tr" sz="1800"/>
            </a:lvl5pPr>
            <a:lvl6pPr>
              <a:defRPr lang="tr-tr" sz="1800"/>
            </a:lvl6pPr>
            <a:lvl7pPr>
              <a:defRPr lang="tr-tr" sz="1800"/>
            </a:lvl7pPr>
            <a:lvl8pPr>
              <a:defRPr lang="tr-tr" sz="1800"/>
            </a:lvl8pPr>
            <a:lvl9pPr>
              <a:defRPr lang="tr-tr" sz="1800"/>
            </a:lvl9pPr>
          </a:lstStyle>
          <a:p>
            <a:pPr>
              <a:defRPr lang="tr-tr"/>
            </a:pPr>
            <a:r>
              <a:t>Asıl metin stillerini düzenlemek için tıklatın</a:t>
            </a:r>
          </a:p>
          <a:p>
            <a:pPr lvl="1">
              <a:defRPr lang="tr-tr"/>
            </a:pPr>
            <a:r>
              <a:t>İkinci düzey</a:t>
            </a:r>
          </a:p>
          <a:p>
            <a:pPr lvl="2">
              <a:defRPr lang="tr-tr"/>
            </a:pPr>
            <a:r>
              <a:t>Üçüncü düzey</a:t>
            </a:r>
          </a:p>
          <a:p>
            <a:pPr lvl="3">
              <a:defRPr lang="tr-tr"/>
            </a:pPr>
            <a:r>
              <a:t>Dördüncü düzey</a:t>
            </a:r>
          </a:p>
          <a:p>
            <a:pPr lvl="4">
              <a:defRPr lang="tr-tr"/>
            </a:pPr>
            <a:r>
              <a:t>Beşinci düzey</a:t>
            </a:r>
          </a:p>
        </p:txBody>
      </p:sp>
      <p:sp>
        <p:nvSpPr>
          <p:cNvPr id="4" name="3 İçerik Yer Tutucusu"/>
          <p:cNvSpPr>
            <a:spLocks noGrp="1" noChangeArrowheads="1"/>
            <a:extLst>
              <a:ext uri="smNativeData">
                <pr:smNativeData xmlns:pr="smNativeData" val="SMDATA_13_uQLjXxMAAAAlAAAAZAAAAA0AAAAAkAAAAEgAAACQAAAASAAAAAAAAAAA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MAAAAEAAAAAAAAAAAAAAAAAAAAAAAAAAeAAAAaAAAAAAAAAAAAAAAAAAAAAAAAAAAAAAAECcAABAnAAAAAAAAAAAAAAAAAAAAAAAAAAAAAAAAAAAAAAAAAAAAABQAAAAAAAAAwMD/AAAAAABkAAAAMgAAAAAAAABkAAAAAAAAAH9/fwAKAAAAHwAAAFQAAAAAAAAFAAAAAQAAAAAAAAAAAAAAAAAAAAAAAAAAAAAAAAAAAAAAAAAAAAAAAn9/fwAAAAADzMzMAMDA/wB/f38AAAAAAAAAAAAAAAAAAAAAAAAAAAAhAAAAGAAAABQAAACYHAAAoAUAAFA3AADoJgAAEAAAACYAAAAIAAAAAYAAAAAAAAA="/>
              </a:ext>
            </a:extLst>
          </p:cNvSpPr>
          <p:nvPr>
            <p:ph idx="2"/>
          </p:nvPr>
        </p:nvSpPr>
        <p:spPr>
          <a:xfrm>
            <a:off x="4648200" y="914400"/>
            <a:ext cx="4343400" cy="5410200"/>
          </a:xfrm>
        </p:spPr>
        <p:txBody>
          <a:bodyPr/>
          <a:lstStyle>
            <a:lvl1pPr>
              <a:defRPr lang="tr-tr" sz="2800"/>
            </a:lvl1pPr>
            <a:lvl2pPr>
              <a:defRPr lang="tr-tr" sz="2400"/>
            </a:lvl2pPr>
            <a:lvl3pPr>
              <a:defRPr lang="tr-tr" sz="2000"/>
            </a:lvl3pPr>
            <a:lvl4pPr>
              <a:defRPr lang="tr-tr" sz="1800"/>
            </a:lvl4pPr>
            <a:lvl5pPr>
              <a:defRPr lang="tr-tr" sz="1800"/>
            </a:lvl5pPr>
            <a:lvl6pPr>
              <a:defRPr lang="tr-tr" sz="1800"/>
            </a:lvl6pPr>
            <a:lvl7pPr>
              <a:defRPr lang="tr-tr" sz="1800"/>
            </a:lvl7pPr>
            <a:lvl8pPr>
              <a:defRPr lang="tr-tr" sz="1800"/>
            </a:lvl8pPr>
            <a:lvl9pPr>
              <a:defRPr lang="tr-tr" sz="1800"/>
            </a:lvl9pPr>
          </a:lstStyle>
          <a:p>
            <a:pPr>
              <a:defRPr lang="tr-tr"/>
            </a:pPr>
            <a:r>
              <a:t>Asıl metin stillerini düzenlemek için tıklatın</a:t>
            </a:r>
          </a:p>
          <a:p>
            <a:pPr lvl="1">
              <a:defRPr lang="tr-tr"/>
            </a:pPr>
            <a:r>
              <a:t>İkinci düzey</a:t>
            </a:r>
          </a:p>
          <a:p>
            <a:pPr lvl="2">
              <a:defRPr lang="tr-tr"/>
            </a:pPr>
            <a:r>
              <a:t>Üçüncü düzey</a:t>
            </a:r>
          </a:p>
          <a:p>
            <a:pPr lvl="3">
              <a:defRPr lang="tr-tr"/>
            </a:pPr>
            <a:r>
              <a:t>Dördüncü düzey</a:t>
            </a:r>
          </a:p>
          <a:p>
            <a:pPr lvl="4">
              <a:defRPr lang="tr-tr"/>
            </a:pPr>
            <a:r>
              <a:t>Beşinci düzey</a:t>
            </a:r>
          </a:p>
        </p:txBody>
      </p:sp>
      <p:sp>
        <p:nvSpPr>
          <p:cNvPr id="5" name="Rectangle 50"/>
          <p:cNvSpPr>
            <a:spLocks noGrp="1" noChangeArrowheads="1"/>
            <a:extLst>
              <a:ext uri="smNativeData">
                <pr:smNativeData xmlns:pr="smNativeData" val="SMDATA_13_uQLjXxMAAAAlAAAAZAAAAA0AAAAAkAAAAEgAAACQAAAASAAAAAAAAAAA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MAAAAEAAAAAAAAAAAAAAAAAAAAAAAAAAeAAAAaAAAAAAAAAAAAAAAAAAAAAAAAAAAAAAAECcAABAnAAAAAAAAAAAAAAAAAAAAAAAAAAAAAAAAAAAAAAAAAAAAABQAAAAAAAAAwMD/AAAAAABkAAAAMgAAAAAAAABkAAAAAAAAAH9/fwAKAAAAHwAAAFQAAAAAAAAFAAAAAQAAAAAAAAAAAAAAAAAAAAAAAAAAAAAAAAAAAAAAAAAAAAAAAn9/fwAAAAADzMzMAMDA/wB/f38AAAAAAAAAAAAAAAAAAAAAAAAAAAAhAAAAGAAAABQAAACANAAAUCgAAFA3AADIKAAAEAAAACYAAAAIAAAAAAAAAIAfAAA="/>
              </a:ext>
            </a:extLst>
          </p:cNvSpPr>
          <p:nvPr>
            <p:ph type="sldNum" sz="quarter" idx="10"/>
          </p:nvPr>
        </p:nvSpPr>
        <p:spPr>
          <a:ln>
            <a:noFill/>
          </a:ln>
        </p:spPr>
        <p:txBody>
          <a:bodyPr/>
          <a:lstStyle/>
          <a:p>
            <a:pPr>
              <a:defRPr lang="tr-tr"/>
            </a:pPr>
            <a:fld id="{C095632D-6BA6-A57B-E848-9D2EC3061EC8}" type="slidenum"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p="http://schemas.openxmlformats.org/presentationml/2006/main" xmlns:p14="http://schemas.microsoft.com/office/powerpoint/2010/main" xmlns:r="http://schemas.openxmlformats.org/officeDocument/2006/relationships" xmlns:a="http://schemas.openxmlformats.org/drawing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 noChangeArrowheads="1"/>
            <a:extLst>
              <a:ext uri="smNativeData">
                <pr:smNativeData xmlns:pr="smNativeData" val="SMDATA_13_uQLjXxMAAAAlAAAAZAAAAA0AAAAAkAAAAEgAAACQAAAASAAAAAAAAAAB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MAAAAEAAAAAAAAAAAAAAAAAAAAAAAAAAeAAAAaAAAAAAAAAAAAAAAAAAAAAAAAAAAAAAAECcAABAnAAAAAAAAAAAAAAAAAAAAAAAAAAAAAAAAAAAAAAAAAAAAABQAAAAAAAAAwMD/AAAAAABkAAAAMgAAAAAAAABkAAAAAAAAAH9/fwAKAAAAHwAAAFQAAAAAAAAFAAAAAQAAAAAAAAAAAAAAAAAAAAAAAAAAAAAAAAAAAAAAAAAAAAAAAn9/fwAAAAADzMzMAMDA/wB/f38AAAAAAAAAAAAAAAAAAAAAAAAAAAAhAAAAGAAAABQAAAB4AAAAEP///xgzAAAYBgAAEAAAACYAAAAIAAAAAQAAAAAAAAA="/>
              </a:ext>
            </a:extLst>
          </p:cNvSpPr>
          <p:nvPr>
            <p:ph type="title"/>
          </p:nvPr>
        </p:nvSpPr>
        <p:spPr>
          <a:xfrm>
            <a:off x="76200" y="-152400"/>
            <a:ext cx="8229600" cy="1143000"/>
          </a:xfrm>
        </p:spPr>
        <p:txBody>
          <a:bodyPr/>
          <a:lstStyle/>
          <a:p>
            <a:pPr>
              <a:defRPr lang="tr-tr"/>
            </a:pPr>
            <a:r>
              <a:t>Asıl başlık stili için tıklatın</a:t>
            </a:r>
          </a:p>
        </p:txBody>
      </p:sp>
      <p:sp>
        <p:nvSpPr>
          <p:cNvPr id="3" name="2 Metin Yer Tutucusu"/>
          <p:cNvSpPr>
            <a:spLocks noGrp="1" noChangeArrowheads="1"/>
            <a:extLst>
              <a:ext uri="smNativeData">
                <pr:smNativeData xmlns:pr="smNativeData" val="SMDATA_13_uQLjXxMAAAAlAAAAZAAAAA0AAAAAkAAAAEgAAACQAAAASAAAAAAAAAAC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MAAAAEAAAAAAAAAAAAAAAAAAAAAAAAAAeAAAAaAAAAAAAAAAAAAAAAAAAAAAAAAAAAAAAECcAABAnAAAAAAAAAAAAAAAAAAAAAAAAAAAAAAAAAAAAAAAAAAAAABQAAAAAAAAAwMD/AAAAAABkAAAAMgAAAAAAAABkAAAAAAAAAH9/fwAKAAAAHwAAAFQAAAAAAAAFAAAAAQAAAAAAAAAAAAAAAAAAAAAAAAAAAAAAAAAAAAAAAAAAAAAAAn9/fwAAAAADzMzMAMDA/wB/f38AAAAAAAAAAAAAAAAAAAAAAAAAAAAhAAAAGAAAABQAAADQAgAAcgkAAKsbAABhDQAAEAAAACYAAAAIAAAAgYAAAAAAAAA="/>
              </a:ext>
            </a:extLst>
          </p:cNvSpPr>
          <p:nvPr>
            <p:ph idx="1"/>
          </p:nvPr>
        </p:nvSpPr>
        <p:spPr>
          <a:xfrm>
            <a:off x="457200" y="1535430"/>
            <a:ext cx="4040505" cy="639445"/>
          </a:xfrm>
        </p:spPr>
        <p:txBody>
          <a:bodyPr vert="horz" wrap="square" lIns="91440" tIns="45720" rIns="91440" bIns="45720" numCol="1" spcCol="215900" anchor="b">
            <a:prstTxWarp prst="textNoShape">
              <a:avLst/>
            </a:prstTxWarp>
          </a:bodyPr>
          <a:lstStyle>
            <a:lvl1pPr marL="0" indent="0">
              <a:buNone/>
              <a:defRPr lang="tr-tr" sz="2400" b="1"/>
            </a:lvl1pPr>
            <a:lvl2pPr marL="457200" indent="0">
              <a:buNone/>
              <a:defRPr lang="tr-tr" sz="2000" b="1"/>
            </a:lvl2pPr>
            <a:lvl3pPr marL="914400" indent="0">
              <a:buNone/>
              <a:defRPr lang="tr-tr" sz="1800" b="1"/>
            </a:lvl3pPr>
            <a:lvl4pPr marL="1371600" indent="0">
              <a:buNone/>
              <a:defRPr lang="tr-tr" sz="1600" b="1"/>
            </a:lvl4pPr>
            <a:lvl5pPr marL="1828800" indent="0">
              <a:buNone/>
              <a:defRPr lang="tr-tr" sz="1600" b="1"/>
            </a:lvl5pPr>
            <a:lvl6pPr marL="2286000" indent="0">
              <a:buNone/>
              <a:defRPr lang="tr-tr" sz="1600" b="1"/>
            </a:lvl6pPr>
            <a:lvl7pPr marL="2743200" indent="0">
              <a:buNone/>
              <a:defRPr lang="tr-tr" sz="1600" b="1"/>
            </a:lvl7pPr>
            <a:lvl8pPr marL="3200400" indent="0">
              <a:buNone/>
              <a:defRPr lang="tr-tr" sz="1600" b="1"/>
            </a:lvl8pPr>
            <a:lvl9pPr marL="3657600" indent="0">
              <a:buNone/>
              <a:defRPr lang="tr-tr" sz="1600" b="1"/>
            </a:lvl9pPr>
          </a:lstStyle>
          <a:p>
            <a:pPr>
              <a:defRPr lang="tr-tr"/>
            </a:pPr>
            <a:r>
              <a:t>Asıl metin stillerini düzenlemek için tıklatın</a:t>
            </a:r>
          </a:p>
        </p:txBody>
      </p:sp>
      <p:sp>
        <p:nvSpPr>
          <p:cNvPr id="4" name="3 İçerik Yer Tutucusu"/>
          <p:cNvSpPr>
            <a:spLocks noGrp="1" noChangeArrowheads="1"/>
            <a:extLst>
              <a:ext uri="smNativeData">
                <pr:smNativeData xmlns:pr="smNativeData" val="SMDATA_13_uQLjXxMAAAAlAAAAZAAAAA0AAAAAkAAAAEgAAACQAAAASAAAAAAAAAAA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MAAAAEAAAAAAAAAAAAAAAAAAAAAAAAAAeAAAAaAAAAAAAAAAAAAAAAAAAAAAAAAAAAAAAECcAABAnAAAAAAAAAAAAAAAAAAAAAAAAAAAAAAAAAAAAAAAAAAAAABQAAAAAAAAAwMD/AAAAAABkAAAAMgAAAAAAAABkAAAAAAAAAH9/fwAKAAAAHwAAAFQAAAAAAAAFAAAAAQAAAAAAAAAAAAAAAAAAAAAAAAAAAAAAAAAAAAAAAAAAAAAAAn9/fwAAAAADzMzMAMDA/wB/f38AAAAAAAAAAAAAAAAAAAAAAAAAAAAhAAAAGAAAABQAAADQAgAAYQ0AAKsbAACwJQAAEAAAACYAAAAIAAAAAYAAAAAAAAA="/>
              </a:ext>
            </a:extLst>
          </p:cNvSpPr>
          <p:nvPr>
            <p:ph idx="2"/>
          </p:nvPr>
        </p:nvSpPr>
        <p:spPr>
          <a:xfrm>
            <a:off x="457200" y="2174875"/>
            <a:ext cx="4040505" cy="3951605"/>
          </a:xfrm>
        </p:spPr>
        <p:txBody>
          <a:bodyPr/>
          <a:lstStyle>
            <a:lvl1pPr>
              <a:defRPr lang="tr-tr" sz="2400"/>
            </a:lvl1pPr>
            <a:lvl2pPr>
              <a:defRPr lang="tr-tr" sz="2000"/>
            </a:lvl2pPr>
            <a:lvl3pPr>
              <a:defRPr lang="tr-tr" sz="1800"/>
            </a:lvl3pPr>
            <a:lvl4pPr>
              <a:defRPr lang="tr-tr" sz="1600"/>
            </a:lvl4pPr>
            <a:lvl5pPr>
              <a:defRPr lang="tr-tr" sz="1600"/>
            </a:lvl5pPr>
            <a:lvl6pPr>
              <a:defRPr lang="tr-tr" sz="1600"/>
            </a:lvl6pPr>
            <a:lvl7pPr>
              <a:defRPr lang="tr-tr" sz="1600"/>
            </a:lvl7pPr>
            <a:lvl8pPr>
              <a:defRPr lang="tr-tr" sz="1600"/>
            </a:lvl8pPr>
            <a:lvl9pPr>
              <a:defRPr lang="tr-tr" sz="1600"/>
            </a:lvl9pPr>
          </a:lstStyle>
          <a:p>
            <a:pPr>
              <a:defRPr lang="tr-tr"/>
            </a:pPr>
            <a:r>
              <a:t>Asıl metin stillerini düzenlemek için tıklatın</a:t>
            </a:r>
          </a:p>
          <a:p>
            <a:pPr lvl="1">
              <a:defRPr lang="tr-tr"/>
            </a:pPr>
            <a:r>
              <a:t>İkinci düzey</a:t>
            </a:r>
          </a:p>
          <a:p>
            <a:pPr lvl="2">
              <a:defRPr lang="tr-tr"/>
            </a:pPr>
            <a:r>
              <a:t>Üçüncü düzey</a:t>
            </a:r>
          </a:p>
          <a:p>
            <a:pPr lvl="3">
              <a:defRPr lang="tr-tr"/>
            </a:pPr>
            <a:r>
              <a:t>Dördüncü düzey</a:t>
            </a:r>
          </a:p>
          <a:p>
            <a:pPr lvl="4">
              <a:defRPr lang="tr-tr"/>
            </a:pPr>
            <a:r>
              <a:t>Beşinci düzey</a:t>
            </a:r>
          </a:p>
        </p:txBody>
      </p:sp>
      <p:sp>
        <p:nvSpPr>
          <p:cNvPr id="5" name="4 Metin Yer Tutucusu"/>
          <p:cNvSpPr>
            <a:spLocks noGrp="1" noChangeArrowheads="1"/>
            <a:extLst>
              <a:ext uri="smNativeData">
                <pr:smNativeData xmlns:pr="smNativeData" val="SMDATA_13_uQLjXxMAAAAlAAAAZAAAAA0AAAAAkAAAAEgAAACQAAAASAAAAAAAAAAC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MAAAAEAAAAAAAAAAAAAAAAAAAAAAAAAAeAAAAaAAAAAAAAAAAAAAAAAAAAAAAAAAAAAAAECcAABAnAAAAAAAAAAAAAAAAAAAAAAAAAAAAAAAAAAAAAAAAAAAAABQAAAAAAAAAwMD/AAAAAABkAAAAMgAAAAAAAABkAAAAAAAAAH9/fwAKAAAAHwAAAFQAAAAAAAAFAAAAAQAAAAAAAAAAAAAAAAAAAAAAAAAAAAAAAAAAAAAAAAAAAAAAAn9/fwAAAAADzMzMAMDA/wB/f38AAAAAAAAAAAAAAAAAAAAAAAAAAAAhAAAAGAAAABQAAACTHAAAcgkAAHA1AABhDQAAEAAAACYAAAAIAAAAgYAAAAAAAAA="/>
              </a:ext>
            </a:extLst>
          </p:cNvSpPr>
          <p:nvPr>
            <p:ph idx="3"/>
          </p:nvPr>
        </p:nvSpPr>
        <p:spPr>
          <a:xfrm>
            <a:off x="4645025" y="1535430"/>
            <a:ext cx="4041775" cy="639445"/>
          </a:xfrm>
        </p:spPr>
        <p:txBody>
          <a:bodyPr vert="horz" wrap="square" lIns="91440" tIns="45720" rIns="91440" bIns="45720" numCol="1" spcCol="215900" anchor="b">
            <a:prstTxWarp prst="textNoShape">
              <a:avLst/>
            </a:prstTxWarp>
          </a:bodyPr>
          <a:lstStyle>
            <a:lvl1pPr marL="0" indent="0">
              <a:buNone/>
              <a:defRPr lang="tr-tr" sz="2400" b="1"/>
            </a:lvl1pPr>
            <a:lvl2pPr marL="457200" indent="0">
              <a:buNone/>
              <a:defRPr lang="tr-tr" sz="2000" b="1"/>
            </a:lvl2pPr>
            <a:lvl3pPr marL="914400" indent="0">
              <a:buNone/>
              <a:defRPr lang="tr-tr" sz="1800" b="1"/>
            </a:lvl3pPr>
            <a:lvl4pPr marL="1371600" indent="0">
              <a:buNone/>
              <a:defRPr lang="tr-tr" sz="1600" b="1"/>
            </a:lvl4pPr>
            <a:lvl5pPr marL="1828800" indent="0">
              <a:buNone/>
              <a:defRPr lang="tr-tr" sz="1600" b="1"/>
            </a:lvl5pPr>
            <a:lvl6pPr marL="2286000" indent="0">
              <a:buNone/>
              <a:defRPr lang="tr-tr" sz="1600" b="1"/>
            </a:lvl6pPr>
            <a:lvl7pPr marL="2743200" indent="0">
              <a:buNone/>
              <a:defRPr lang="tr-tr" sz="1600" b="1"/>
            </a:lvl7pPr>
            <a:lvl8pPr marL="3200400" indent="0">
              <a:buNone/>
              <a:defRPr lang="tr-tr" sz="1600" b="1"/>
            </a:lvl8pPr>
            <a:lvl9pPr marL="3657600" indent="0">
              <a:buNone/>
              <a:defRPr lang="tr-tr" sz="1600" b="1"/>
            </a:lvl9pPr>
          </a:lstStyle>
          <a:p>
            <a:pPr>
              <a:defRPr lang="tr-tr"/>
            </a:pPr>
            <a:r>
              <a:t>Asıl metin stillerini düzenlemek için tıklatın</a:t>
            </a:r>
          </a:p>
        </p:txBody>
      </p:sp>
      <p:sp>
        <p:nvSpPr>
          <p:cNvPr id="6" name="5 İçerik Yer Tutucusu"/>
          <p:cNvSpPr>
            <a:spLocks noGrp="1" noChangeArrowheads="1"/>
            <a:extLst>
              <a:ext uri="smNativeData">
                <pr:smNativeData xmlns:pr="smNativeData" val="SMDATA_13_uQLjXxMAAAAlAAAAZAAAAA0AAAAAkAAAAEgAAACQAAAASAAAAAAAAAAA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MAAAAEAAAAAAAAAAAAAAAAAAAAAAAAAAeAAAAaAAAAAAAAAAAAAAAAAAAAAAAAAAAAAAAECcAABAnAAAAAAAAAAAAAAAAAAAAAAAAAAAAAAAAAAAAAAAAAAAAABQAAAAAAAAAwMD/AAAAAABkAAAAMgAAAAAAAABkAAAAAAAAAH9/fwAKAAAAHwAAAFQAAAAAAAAFAAAAAQAAAAAAAAAAAAAAAAAAAAAAAAAAAAAAAAAAAAAAAAAAAAAAAn9/fwAAAAADzMzMAMDA/wB/f38AAAAAAAAAAAAAAAAAAAAAAAAAAAAhAAAAGAAAABQAAACTHAAAYQ0AAHA1AACwJQAAEAAAACYAAAAIAAAAAYAAAAAAAAA="/>
              </a:ext>
            </a:extLst>
          </p:cNvSpPr>
          <p:nvPr>
            <p:ph idx="4"/>
          </p:nvPr>
        </p:nvSpPr>
        <p:spPr>
          <a:xfrm>
            <a:off x="4645025" y="2174875"/>
            <a:ext cx="4041775" cy="3951605"/>
          </a:xfrm>
        </p:spPr>
        <p:txBody>
          <a:bodyPr/>
          <a:lstStyle>
            <a:lvl1pPr>
              <a:defRPr lang="tr-tr" sz="2400"/>
            </a:lvl1pPr>
            <a:lvl2pPr>
              <a:defRPr lang="tr-tr" sz="2000"/>
            </a:lvl2pPr>
            <a:lvl3pPr>
              <a:defRPr lang="tr-tr" sz="1800"/>
            </a:lvl3pPr>
            <a:lvl4pPr>
              <a:defRPr lang="tr-tr" sz="1600"/>
            </a:lvl4pPr>
            <a:lvl5pPr>
              <a:defRPr lang="tr-tr" sz="1600"/>
            </a:lvl5pPr>
            <a:lvl6pPr>
              <a:defRPr lang="tr-tr" sz="1600"/>
            </a:lvl6pPr>
            <a:lvl7pPr>
              <a:defRPr lang="tr-tr" sz="1600"/>
            </a:lvl7pPr>
            <a:lvl8pPr>
              <a:defRPr lang="tr-tr" sz="1600"/>
            </a:lvl8pPr>
            <a:lvl9pPr>
              <a:defRPr lang="tr-tr" sz="1600"/>
            </a:lvl9pPr>
          </a:lstStyle>
          <a:p>
            <a:pPr>
              <a:defRPr lang="tr-tr"/>
            </a:pPr>
            <a:r>
              <a:t>Asıl metin stillerini düzenlemek için tıklatın</a:t>
            </a:r>
          </a:p>
          <a:p>
            <a:pPr lvl="1">
              <a:defRPr lang="tr-tr"/>
            </a:pPr>
            <a:r>
              <a:t>İkinci düzey</a:t>
            </a:r>
          </a:p>
          <a:p>
            <a:pPr lvl="2">
              <a:defRPr lang="tr-tr"/>
            </a:pPr>
            <a:r>
              <a:t>Üçüncü düzey</a:t>
            </a:r>
          </a:p>
          <a:p>
            <a:pPr lvl="3">
              <a:defRPr lang="tr-tr"/>
            </a:pPr>
            <a:r>
              <a:t>Dördüncü düzey</a:t>
            </a:r>
          </a:p>
          <a:p>
            <a:pPr lvl="4">
              <a:defRPr lang="tr-tr"/>
            </a:pPr>
            <a:r>
              <a:t>Beşinci düzey</a:t>
            </a:r>
          </a:p>
        </p:txBody>
      </p:sp>
      <p:sp>
        <p:nvSpPr>
          <p:cNvPr id="7" name="Rectangle 50"/>
          <p:cNvSpPr>
            <a:spLocks noGrp="1" noChangeArrowheads="1"/>
            <a:extLst>
              <a:ext uri="smNativeData">
                <pr:smNativeData xmlns:pr="smNativeData" val="SMDATA_13_uQLjXxMAAAAlAAAAZAAAAA0AAAAAkAAAAEgAAACQAAAASAAAAAAAAAAA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MAAAAEAAAAAAAAAAAAAAAAAAAAAAAAAAeAAAAaAAAAAAAAAAAAAAAAAAAAAAAAAAAAAAAECcAABAnAAAAAAAAAAAAAAAAAAAAAAAAAAAAAAAAAAAAAAAAAAAAABQAAAAAAAAAwMD/AAAAAABkAAAAMgAAAAAAAABkAAAAAAAAAH9/fwAKAAAAHwAAAFQAAAAAAAAFAAAAAQAAAAAAAAAAAAAAAAAAAAAAAAAAAAAAAAAAAAAAAAAAAAAAAn9/fwAAAAADzMzMAMDA/wB/f38AAAAAAAAAAAAAAAAAAAAAAAAAAAAhAAAAGAAAABQAAACANAAAUCgAAFA3AADIKAAAEAAAACYAAAAIAAAAAAAAAIAfAAA="/>
              </a:ext>
            </a:extLst>
          </p:cNvSpPr>
          <p:nvPr>
            <p:ph type="sldNum" sz="quarter" idx="10"/>
          </p:nvPr>
        </p:nvSpPr>
        <p:spPr>
          <a:ln>
            <a:noFill/>
          </a:ln>
        </p:spPr>
        <p:txBody>
          <a:bodyPr/>
          <a:lstStyle/>
          <a:p>
            <a:pPr>
              <a:defRPr lang="tr-tr"/>
            </a:pPr>
            <a:fld id="{C095632D-07B1-0970-FFE4-F125C8AA09A4}" type="slidenum"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p="http://schemas.openxmlformats.org/presentationml/2006/main" xmlns:p14="http://schemas.microsoft.com/office/powerpoint/2010/main" xmlns:r="http://schemas.openxmlformats.org/officeDocument/2006/relationships" xmlns:a="http://schemas.openxmlformats.org/drawing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 noChangeArrowheads="1"/>
            <a:extLst>
              <a:ext uri="smNativeData">
                <pr:smNativeData xmlns:pr="smNativeData" val="SMDATA_13_uQLjXxMAAAAlAAAAZAAAAA0AAAAAkAAAAEgAAACQAAAASAAAAAAAAAAB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MAAAAEAAAAAAAAAAAAAAAAAAAAAAAAAAeAAAAaAAAAAAAAAAAAAAAAAAAAAAAAAAAAAAAECcAABAnAAAAAAAAAAAAAAAAAAAAAAAAAAAAAAAAAAAAAAAAAAAAABQAAAAAAAAAwMD/AAAAAABkAAAAMgAAAAAAAABkAAAAAAAAAH9/fwAKAAAAHwAAAFQAAAAAAAAFAAAAAQAAAAAAAAAAAAAAAAAAAAAAAAAAAAAAAAAAAAAAAAAAAAAAAn9/fwAAAAADzMzMAMDA/wB/f38AAAAAAAAAAAAAAAAAAAAAAAAAAAAhAAAAGAAAABQAAADwAAAAqAAAADgxAAA4BAAAEAAAACYAAAAIAAAAAAAAAAAAAAA="/>
              </a:ext>
            </a:extLst>
          </p:cNvSpPr>
          <p:nvPr>
            <p:ph type="title"/>
          </p:nvPr>
        </p:nvSpPr>
        <p:spPr/>
        <p:txBody>
          <a:bodyPr/>
          <a:lstStyle/>
          <a:p>
            <a:pPr>
              <a:defRPr lang="tr-tr"/>
            </a:pPr>
            <a:r>
              <a:t>Asıl başlık stili için tıklatın</a:t>
            </a:r>
          </a:p>
        </p:txBody>
      </p:sp>
      <p:sp>
        <p:nvSpPr>
          <p:cNvPr id="3" name="Rectangle 50"/>
          <p:cNvSpPr>
            <a:spLocks noGrp="1" noChangeArrowheads="1"/>
            <a:extLst>
              <a:ext uri="smNativeData">
                <pr:smNativeData xmlns:pr="smNativeData" val="SMDATA_13_uQLjXxMAAAAlAAAAZAAAAA0AAAAAkAAAAEgAAACQAAAASAAAAAAAAAAA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MAAAAEAAAAAAAAAAAAAAAAAAAAAAAAAAeAAAAaAAAAAAAAAAAAAAAAAAAAAAAAAAAAAAAECcAABAnAAAAAAAAAAAAAAAAAAAAAAAAAAAAAAAAAAAAAAAAAAAAABQAAAAAAAAAwMD/AAAAAABkAAAAMgAAAAAAAABkAAAAAAAAAH9/fwAKAAAAHwAAAFQAAAAAAAAFAAAAAQAAAAAAAAAAAAAAAAAAAAAAAAAAAAAAAAAAAAAAAAAAAAAAAn9/fwAAAAADzMzMAMDA/wB/f38AAAAAAAAAAAAAAAAAAAAAAAAAAAAhAAAAGAAAABQAAACANAAAUCgAAFA3AADIKAAAEAAAACYAAAAIAAAAAAAAAIAfAAA="/>
              </a:ext>
            </a:extLst>
          </p:cNvSpPr>
          <p:nvPr>
            <p:ph type="sldNum" sz="quarter" idx="10"/>
          </p:nvPr>
        </p:nvSpPr>
        <p:spPr>
          <a:ln>
            <a:noFill/>
          </a:ln>
        </p:spPr>
        <p:txBody>
          <a:bodyPr/>
          <a:lstStyle/>
          <a:p>
            <a:pPr>
              <a:defRPr lang="tr-tr"/>
            </a:pPr>
            <a:fld id="{C095632D-0788-82D8-C66F-F18D602130A4}" type="slidenum">
              <a:t>‹#›</a:t>
            </a:fld>
          </a:p>
        </p:txBody>
      </p:sp>
    </p:spTree>
  </p:cSld>
  <p:clrMapOvr>
    <a:masterClrMapping/>
  </p:clrMapOvr>
</p:sldLayout>
</file>

<file path=ppt/slideLayouts/slideLayout7.xml><?xml version="1.0" encoding="utf-8"?>
<p:sldLayout xmlns:p="http://schemas.openxmlformats.org/presentationml/2006/main" xmlns:p14="http://schemas.microsoft.com/office/powerpoint/2010/main" xmlns:r="http://schemas.openxmlformats.org/officeDocument/2006/relationships" xmlns:a="http://schemas.openxmlformats.org/drawingml/2006/main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0"/>
          <p:cNvSpPr>
            <a:spLocks noGrp="1" noChangeArrowheads="1"/>
            <a:extLst>
              <a:ext uri="smNativeData">
                <pr:smNativeData xmlns:pr="smNativeData" val="SMDATA_13_uQLjXxMAAAAlAAAAZAAAAA0AAAAAkAAAAEgAAACQAAAASAAAAAAAAAAA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MAAAAEAAAAAAAAAAAAAAAAAAAAAAAAAAeAAAAaAAAAAAAAAAAAAAAAAAAAAAAAAAAAAAAECcAABAnAAAAAAAAAAAAAAAAAAAAAAAAAAAAAAAAAAAAAAAAAAAAABQAAAAAAAAAwMD/AAAAAABkAAAAMgAAAAAAAABkAAAAAAAAAH9/fwAKAAAAHwAAAFQAAAAAAAAFAAAAAQAAAAAAAAAAAAAAAAAAAAAAAAAAAAAAAAAAAAAAAAAAAAAAAn9/fwAAAAADzMzMAMDA/wB/f38AAAAAAAAAAAAAAAAAAAAAAAAAAAAhAAAAGAAAABQAAACANAAAUCgAAFA3AADIKAAAEAAAACYAAAAIAAAAAAAAAIAfAAA="/>
              </a:ext>
            </a:extLst>
          </p:cNvSpPr>
          <p:nvPr>
            <p:ph type="sldNum" sz="quarter" idx="10"/>
          </p:nvPr>
        </p:nvSpPr>
        <p:spPr>
          <a:ln>
            <a:noFill/>
          </a:ln>
        </p:spPr>
        <p:txBody>
          <a:bodyPr/>
          <a:lstStyle/>
          <a:p>
            <a:pPr>
              <a:defRPr lang="tr-tr"/>
            </a:pPr>
            <a:fld id="{C095632D-5899-7BBD-D796-AEE805D821FB}" type="slidenum">
              <a:t>‹#›</a:t>
            </a:fld>
          </a:p>
        </p:txBody>
      </p:sp>
    </p:spTree>
  </p:cSld>
  <p:clrMapOvr>
    <a:masterClrMapping/>
  </p:clrMapOvr>
</p:sldLayout>
</file>

<file path=ppt/slideLayouts/slideLayout8.xml><?xml version="1.0" encoding="utf-8"?>
<p:sldLayout xmlns:p="http://schemas.openxmlformats.org/presentationml/2006/main" xmlns:p14="http://schemas.microsoft.com/office/powerpoint/2010/main" xmlns:r="http://schemas.openxmlformats.org/officeDocument/2006/relationships" xmlns:a="http://schemas.openxmlformats.org/drawingml/2006/main" type="objTx" preserve="1">
  <p:cSld name="Başlık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 noChangeArrowheads="1"/>
            <a:extLst>
              <a:ext uri="smNativeData">
                <pr:smNativeData xmlns:pr="smNativeData" val="SMDATA_13_uQLjXxMAAAAlAAAAZAAAAA0AAAAAkAAAAEgAAACQAAAASAAAAAAAAAAC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MAAAAEAAAAAAAAAAAAAAAAAAAAAAAAAAeAAAAaAAAAAAAAAAAAAAAAAAAAAAAAAAAAAAAECcAABAnAAAAAAAAAAAAAAAAAAAAAAAAAAAAAAAAAAAAAAAAAAAAABQAAAAAAAAAwMD/AAAAAABkAAAAMgAAAAAAAABkAAAAAAAAAH9/fwAKAAAAHwAAAFQAAAAAAAAFAAAAAQAAAAAAAAAAAAAAAAAAAAAAAAAAAAAAAAAAAAAAAAAAAAAAAn9/fwAAAAADzMzMAMDA/wB/f38AAAAAAAAAAAAAAAAAAAAAAAAAAAAhAAAAGAAAABQAAADQAgAArgEAAFIVAADUCAAAEAAAACYAAAAIAAAAgYAAAAAAAAA="/>
              </a:ext>
            </a:extLst>
          </p:cNvSpPr>
          <p:nvPr>
            <p:ph type="title"/>
          </p:nvPr>
        </p:nvSpPr>
        <p:spPr>
          <a:xfrm>
            <a:off x="457200" y="273050"/>
            <a:ext cx="3008630" cy="1162050"/>
          </a:xfrm>
        </p:spPr>
        <p:txBody>
          <a:bodyPr vert="horz" wrap="square" lIns="91440" tIns="45720" rIns="91440" bIns="45720" numCol="1" spcCol="215900" anchor="b">
            <a:prstTxWarp prst="textNoShape">
              <a:avLst/>
            </a:prstTxWarp>
          </a:bodyPr>
          <a:lstStyle>
            <a:lvl1pPr algn="l">
              <a:defRPr lang="tr-tr" sz="2000" b="1"/>
            </a:lvl1pPr>
            <a:lvl2pPr>
              <a:defRPr lang="tr-tr"/>
            </a:lvl2pPr>
            <a:lvl3pPr>
              <a:defRPr lang="tr-tr"/>
            </a:lvl3pPr>
            <a:lvl4pPr>
              <a:defRPr lang="tr-tr"/>
            </a:lvl4pPr>
            <a:lvl5pPr>
              <a:defRPr lang="tr-tr"/>
            </a:lvl5pPr>
            <a:lvl6pPr>
              <a:defRPr lang="tr-tr"/>
            </a:lvl6pPr>
            <a:lvl7pPr>
              <a:defRPr lang="tr-tr"/>
            </a:lvl7pPr>
            <a:lvl8pPr>
              <a:defRPr lang="tr-tr"/>
            </a:lvl8pPr>
            <a:lvl9pPr>
              <a:defRPr lang="tr-tr"/>
            </a:lvl9pPr>
          </a:lstStyle>
          <a:p>
            <a:pPr>
              <a:defRPr lang="tr-tr"/>
            </a:pPr>
            <a:r>
              <a:t>Asıl başlık stili için tıklatın</a:t>
            </a:r>
          </a:p>
        </p:txBody>
      </p:sp>
      <p:sp>
        <p:nvSpPr>
          <p:cNvPr id="3" name="2 İçerik Yer Tutucusu"/>
          <p:cNvSpPr>
            <a:spLocks noGrp="1" noChangeArrowheads="1"/>
            <a:extLst>
              <a:ext uri="smNativeData">
                <pr:smNativeData xmlns:pr="smNativeData" val="SMDATA_13_uQLjXxMAAAAlAAAAZAAAAA0AAAAAkAAAAEgAAACQAAAASAAAAAAAAAAA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MAAAAEAAAAAAAAAAAAAAAAAAAAAAAAAAeAAAAaAAAAAAAAAAAAAAAAAAAAAAAAAAAAAAAECcAABAnAAAAAAAAAAAAAAAAAAAAAAAAAAAAAAAAAAAAAAAAAAAAABQAAAAAAAAAwMD/AAAAAABkAAAAMgAAAAAAAABkAAAAAAAAAH9/fwAKAAAAHwAAAFQAAAAAAAAFAAAAAQAAAAAAAAAAAAAAAAAAAAAAAAAAAAAAAAAAAAAAAAAAAAAAAn9/fwAAAAADzMzMAMDA/wB/f38AAAAAAAAAAAAAAAAAAAAAAAAAAAAhAAAAGAAAABQAAAD+FQAArgEAAHA1AACwJQAAEAAAACYAAAAIAAAAAYAAAAAAAAA="/>
              </a:ext>
            </a:extLst>
          </p:cNvSpPr>
          <p:nvPr>
            <p:ph idx="1"/>
          </p:nvPr>
        </p:nvSpPr>
        <p:spPr>
          <a:xfrm>
            <a:off x="3575050" y="273050"/>
            <a:ext cx="5111750" cy="5853430"/>
          </a:xfrm>
        </p:spPr>
        <p:txBody>
          <a:bodyPr/>
          <a:lstStyle>
            <a:lvl1pPr>
              <a:defRPr lang="tr-tr" sz="3200"/>
            </a:lvl1pPr>
            <a:lvl2pPr>
              <a:defRPr lang="tr-tr" sz="2800"/>
            </a:lvl2pPr>
            <a:lvl3pPr>
              <a:defRPr lang="tr-tr" sz="2400"/>
            </a:lvl3pPr>
            <a:lvl4pPr>
              <a:defRPr lang="tr-tr" sz="2000"/>
            </a:lvl4pPr>
            <a:lvl5pPr>
              <a:defRPr lang="tr-tr" sz="2000"/>
            </a:lvl5pPr>
            <a:lvl6pPr>
              <a:defRPr lang="tr-tr" sz="2000"/>
            </a:lvl6pPr>
            <a:lvl7pPr>
              <a:defRPr lang="tr-tr" sz="2000"/>
            </a:lvl7pPr>
            <a:lvl8pPr>
              <a:defRPr lang="tr-tr" sz="2000"/>
            </a:lvl8pPr>
            <a:lvl9pPr>
              <a:defRPr lang="tr-tr" sz="2000"/>
            </a:lvl9pPr>
          </a:lstStyle>
          <a:p>
            <a:pPr>
              <a:defRPr lang="tr-tr"/>
            </a:pPr>
            <a:r>
              <a:t>Asıl metin stillerini düzenlemek için tıklatın</a:t>
            </a:r>
          </a:p>
          <a:p>
            <a:pPr lvl="1">
              <a:defRPr lang="tr-tr"/>
            </a:pPr>
            <a:r>
              <a:t>İkinci düzey</a:t>
            </a:r>
          </a:p>
          <a:p>
            <a:pPr lvl="2">
              <a:defRPr lang="tr-tr"/>
            </a:pPr>
            <a:r>
              <a:t>Üçüncü düzey</a:t>
            </a:r>
          </a:p>
          <a:p>
            <a:pPr lvl="3">
              <a:defRPr lang="tr-tr"/>
            </a:pPr>
            <a:r>
              <a:t>Dördüncü düzey</a:t>
            </a:r>
          </a:p>
          <a:p>
            <a:pPr lvl="4">
              <a:defRPr lang="tr-tr"/>
            </a:pPr>
            <a:r>
              <a:t>Beşinci düzey</a:t>
            </a:r>
          </a:p>
        </p:txBody>
      </p:sp>
      <p:sp>
        <p:nvSpPr>
          <p:cNvPr id="4" name="3 Metin Yer Tutucusu"/>
          <p:cNvSpPr>
            <a:spLocks noGrp="1" noChangeArrowheads="1"/>
            <a:extLst>
              <a:ext uri="smNativeData">
                <pr:smNativeData xmlns:pr="smNativeData" val="SMDATA_13_uQLjXxMAAAAlAAAAZAAAAA0AAAAAkAAAAEgAAACQAAAASAAAAAAAAAAA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MAAAAEAAAAAAAAAAAAAAAAAAAAAAAAAAeAAAAaAAAAAAAAAAAAAAAAAAAAAAAAAAAAAAAECcAABAnAAAAAAAAAAAAAAAAAAAAAAAAAAAAAAAAAAAAAAAAAAAAABQAAAAAAAAAwMD/AAAAAABkAAAAMgAAAAAAAABkAAAAAAAAAH9/fwAKAAAAHwAAAFQAAAAAAAAFAAAAAQAAAAAAAAAAAAAAAAAAAAAAAAAAAAAAAAAAAAAAAAAAAAAAAn9/fwAAAAADzMzMAMDA/wB/f38AAAAAAAAAAAAAAAAAAAAAAAAAAAAhAAAAGAAAABQAAADQAgAA1AgAAFIVAACwJQAAEAAAACYAAAAIAAAAAYAAAAAAAAA="/>
              </a:ext>
            </a:extLst>
          </p:cNvSpPr>
          <p:nvPr>
            <p:ph idx="2"/>
          </p:nvPr>
        </p:nvSpPr>
        <p:spPr>
          <a:xfrm>
            <a:off x="457200" y="1435100"/>
            <a:ext cx="3008630" cy="4691380"/>
          </a:xfrm>
        </p:spPr>
        <p:txBody>
          <a:bodyPr/>
          <a:lstStyle>
            <a:lvl1pPr marL="0" indent="0">
              <a:buNone/>
              <a:defRPr lang="tr-tr" sz="1400"/>
            </a:lvl1pPr>
            <a:lvl2pPr marL="457200" indent="0">
              <a:buNone/>
              <a:defRPr lang="tr-tr" sz="1200"/>
            </a:lvl2pPr>
            <a:lvl3pPr marL="914400" indent="0">
              <a:buNone/>
              <a:defRPr lang="tr-tr" sz="1000"/>
            </a:lvl3pPr>
            <a:lvl4pPr marL="1371600" indent="0">
              <a:buNone/>
              <a:defRPr lang="tr-tr" sz="900"/>
            </a:lvl4pPr>
            <a:lvl5pPr marL="1828800" indent="0">
              <a:buNone/>
              <a:defRPr lang="tr-tr" sz="900"/>
            </a:lvl5pPr>
            <a:lvl6pPr marL="2286000" indent="0">
              <a:buNone/>
              <a:defRPr lang="tr-tr" sz="900"/>
            </a:lvl6pPr>
            <a:lvl7pPr marL="2743200" indent="0">
              <a:buNone/>
              <a:defRPr lang="tr-tr" sz="900"/>
            </a:lvl7pPr>
            <a:lvl8pPr marL="3200400" indent="0">
              <a:buNone/>
              <a:defRPr lang="tr-tr" sz="900"/>
            </a:lvl8pPr>
            <a:lvl9pPr marL="3657600" indent="0">
              <a:buNone/>
              <a:defRPr lang="tr-tr" sz="900"/>
            </a:lvl9pPr>
          </a:lstStyle>
          <a:p>
            <a:pPr>
              <a:defRPr lang="tr-tr"/>
            </a:pPr>
            <a:r>
              <a:t>Asıl metin stillerini düzenlemek için tıklatın</a:t>
            </a:r>
          </a:p>
        </p:txBody>
      </p:sp>
      <p:sp>
        <p:nvSpPr>
          <p:cNvPr id="5" name="Rectangle 50"/>
          <p:cNvSpPr>
            <a:spLocks noGrp="1" noChangeArrowheads="1"/>
            <a:extLst>
              <a:ext uri="smNativeData">
                <pr:smNativeData xmlns:pr="smNativeData" val="SMDATA_13_uQLjXxMAAAAlAAAAZAAAAA0AAAAAkAAAAEgAAACQAAAASAAAAAAAAAAA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MAAAAEAAAAAAAAAAAAAAAAAAAAAAAAAAeAAAAaAAAAAAAAAAAAAAAAAAAAAAAAAAAAAAAECcAABAnAAAAAAAAAAAAAAAAAAAAAAAAAAAAAAAAAAAAAAAAAAAAABQAAAAAAAAAwMD/AAAAAABkAAAAMgAAAAAAAABkAAAAAAAAAH9/fwAKAAAAHwAAAFQAAAAAAAAFAAAAAQAAAAAAAAAAAAAAAAAAAAAAAAAAAAAAAAAAAAAAAAAAAAAAAn9/fwAAAAADzMzMAMDA/wB/f38AAAAAAAAAAAAAAAAAAAAAAAAAAAAhAAAAGAAAABQAAACANAAAUCgAAFA3AADIKAAAEAAAACYAAAAIAAAAAAAAAIAfAAA="/>
              </a:ext>
            </a:extLst>
          </p:cNvSpPr>
          <p:nvPr>
            <p:ph type="sldNum" sz="quarter" idx="10"/>
          </p:nvPr>
        </p:nvSpPr>
        <p:spPr>
          <a:ln>
            <a:noFill/>
          </a:ln>
        </p:spPr>
        <p:txBody>
          <a:bodyPr/>
          <a:lstStyle/>
          <a:p>
            <a:pPr>
              <a:defRPr lang="tr-tr"/>
            </a:pPr>
            <a:fld id="{C095632D-C286-77AA-C89A-34FF12D43E61}" type="slidenum">
              <a:t>‹#›</a:t>
            </a:fld>
          </a:p>
        </p:txBody>
      </p:sp>
    </p:spTree>
  </p:cSld>
  <p:clrMapOvr>
    <a:masterClrMapping/>
  </p:clrMapOvr>
</p:sldLayout>
</file>

<file path=ppt/slideLayouts/slideLayout9.xml><?xml version="1.0" encoding="utf-8"?>
<p:sldLayout xmlns:p="http://schemas.openxmlformats.org/presentationml/2006/main" xmlns:p14="http://schemas.microsoft.com/office/powerpoint/2010/main" xmlns:r="http://schemas.openxmlformats.org/officeDocument/2006/relationships" xmlns:a="http://schemas.openxmlformats.org/drawingml/2006/main" type="picTx" preserve="1">
  <p:cSld name="Başlık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 noChangeArrowheads="1"/>
            <a:extLst>
              <a:ext uri="smNativeData">
                <pr:smNativeData xmlns:pr="smNativeData" val="SMDATA_13_uQLjXxMAAAAlAAAAZAAAAA0AAAAAkAAAAEgAAACQAAAASAAAAAAAAAAC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MAAAAEAAAAAAAAAAAAAAAAAAAAAAAAAAeAAAAaAAAAAAAAAAAAAAAAAAAAAAAAAAAAAAAECcAABAnAAAAAAAAAAAAAAAAAAAAAAAAAAAAAAAAAAAAAAAAAAAAABQAAAAAAAAAwMD/AAAAAABkAAAAMgAAAAAAAABkAAAAAAAAAH9/fwAKAAAAHwAAAFQAAAAAAAAFAAAAAQAAAAAAAAAAAAAAAAAAAAAAAAAAAAAAAAAAAAAAAAAAAAAAAn9/fwAAAAADzMzMAMDA/wB/f38AAAAAAAAAAAAAAAAAAAAAAAAAAAAhAAAAGAAAABQAAAAHCwAAiB0AAMcsAAAFIQAAEAAAACYAAAAIAAAAgYAAAAAAAAA="/>
              </a:ext>
            </a:extLst>
          </p:cNvSpPr>
          <p:nvPr>
            <p:ph type="title"/>
          </p:nvPr>
        </p:nvSpPr>
        <p:spPr>
          <a:xfrm>
            <a:off x="1792605" y="4800600"/>
            <a:ext cx="5486400" cy="567055"/>
          </a:xfrm>
        </p:spPr>
        <p:txBody>
          <a:bodyPr vert="horz" wrap="square" lIns="91440" tIns="45720" rIns="91440" bIns="45720" numCol="1" spcCol="215900" anchor="b">
            <a:prstTxWarp prst="textNoShape">
              <a:avLst/>
            </a:prstTxWarp>
          </a:bodyPr>
          <a:lstStyle>
            <a:lvl1pPr algn="l">
              <a:defRPr lang="tr-tr" sz="2000" b="1"/>
            </a:lvl1pPr>
            <a:lvl2pPr>
              <a:defRPr lang="tr-tr"/>
            </a:lvl2pPr>
            <a:lvl3pPr>
              <a:defRPr lang="tr-tr"/>
            </a:lvl3pPr>
            <a:lvl4pPr>
              <a:defRPr lang="tr-tr"/>
            </a:lvl4pPr>
            <a:lvl5pPr>
              <a:defRPr lang="tr-tr"/>
            </a:lvl5pPr>
            <a:lvl6pPr>
              <a:defRPr lang="tr-tr"/>
            </a:lvl6pPr>
            <a:lvl7pPr>
              <a:defRPr lang="tr-tr"/>
            </a:lvl7pPr>
            <a:lvl8pPr>
              <a:defRPr lang="tr-tr"/>
            </a:lvl8pPr>
            <a:lvl9pPr>
              <a:defRPr lang="tr-tr"/>
            </a:lvl9pPr>
          </a:lstStyle>
          <a:p>
            <a:pPr>
              <a:defRPr lang="tr-tr"/>
            </a:pPr>
            <a:r>
              <a:t>Asıl başlık stili için tıklatın</a:t>
            </a:r>
          </a:p>
        </p:txBody>
      </p:sp>
      <p:sp>
        <p:nvSpPr>
          <p:cNvPr id="3" name="2 Resim Yer Tutucusu"/>
          <p:cNvSpPr>
            <a:spLocks noGrp="1" noChangeArrowheads="1"/>
            <a:extLst>
              <a:ext uri="smNativeData">
                <pr:smNativeData xmlns:pr="smNativeData" val="SMDATA_13_uQLjXxMAAAAlAAAAZAAAAA0AAAAAkAAAAEgAAACQAAAASAAAAAAAAAAA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MAAAAEAAAAAAAAAAAAAAAAAAAAAAAAAAeAAAAaAAAAAAAAAAAAAAAAAAAAAAAAAAAAAAAECcAABAnAAAAAAAAAAAAAAAAAAAAAAAAAAAAAAAAAAAAAAAAAAAAABQAAAAAAAAAwMD/AAAAAABkAAAAMgAAAAAAAABkAAAAAAAAAH9/fwAKAAAAHwAAAFQAAAAAAAAFAAAAAQAAAAAAAAAAAAAAAAAAAAAAAAAAAAAAAAAAAAAAAAAAAAAAAn9/fwAAAAADzMzMAMDA/wB/f38AAAAAAAAAAAAAAAAAAAAAAAAAAAAhAAAAGAAAABQAAAAHCwAAxQMAAMcsAAAVHQAAEAAAACYAAAAIAAAAAYAAAAAAAAA="/>
              </a:ext>
            </a:extLst>
          </p:cNvSpPr>
          <p:nvPr>
            <p:ph type="pic" idx="1"/>
          </p:nvPr>
        </p:nvSpPr>
        <p:spPr>
          <a:xfrm>
            <a:off x="1792605" y="612775"/>
            <a:ext cx="5486400" cy="4114800"/>
          </a:xfrm>
        </p:spPr>
        <p:txBody>
          <a:bodyPr/>
          <a:lstStyle>
            <a:lvl1pPr marL="0" indent="0">
              <a:buNone/>
              <a:defRPr sz="3200" noProof="1"/>
            </a:lvl1pPr>
            <a:lvl2pPr marL="457200" indent="0">
              <a:buNone/>
              <a:defRPr lang="tr-tr" sz="2800"/>
            </a:lvl2pPr>
            <a:lvl3pPr marL="914400" indent="0">
              <a:buNone/>
              <a:defRPr lang="tr-tr" sz="2400"/>
            </a:lvl3pPr>
            <a:lvl4pPr marL="1371600" indent="0">
              <a:buNone/>
              <a:defRPr lang="tr-tr" sz="2000"/>
            </a:lvl4pPr>
            <a:lvl5pPr marL="1828800" indent="0">
              <a:buNone/>
              <a:defRPr lang="tr-tr" sz="2000"/>
            </a:lvl5pPr>
            <a:lvl6pPr marL="2286000" indent="0">
              <a:buNone/>
              <a:defRPr lang="tr-tr" sz="2000"/>
            </a:lvl6pPr>
            <a:lvl7pPr marL="2743200" indent="0">
              <a:buNone/>
              <a:defRPr lang="tr-tr" sz="2000"/>
            </a:lvl7pPr>
            <a:lvl8pPr marL="3200400" indent="0">
              <a:buNone/>
              <a:defRPr lang="tr-tr" sz="2000"/>
            </a:lvl8pPr>
            <a:lvl9pPr marL="3657600" indent="0">
              <a:buNone/>
              <a:defRPr lang="tr-tr" sz="2000"/>
            </a:lvl9pPr>
          </a:lstStyle>
          <a:p>
            <a:pPr>
              <a:defRPr lang="tr-tr"/>
            </a:pPr>
            <a:endParaRPr noProof="1"/>
          </a:p>
        </p:txBody>
      </p:sp>
      <p:sp>
        <p:nvSpPr>
          <p:cNvPr id="4" name="3 Metin Yer Tutucusu"/>
          <p:cNvSpPr>
            <a:spLocks noGrp="1" noChangeArrowheads="1"/>
            <a:extLst>
              <a:ext uri="smNativeData">
                <pr:smNativeData xmlns:pr="smNativeData" val="SMDATA_13_uQLjXxMAAAAlAAAAZAAAAA0AAAAAkAAAAEgAAACQAAAASAAAAAAAAAAA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MAAAAEAAAAAAAAAAAAAAAAAAAAAAAAAAeAAAAaAAAAAAAAAAAAAAAAAAAAAAAAAAAAAAAECcAABAnAAAAAAAAAAAAAAAAAAAAAAAAAAAAAAAAAAAAAAAAAAAAABQAAAAAAAAAwMD/AAAAAABkAAAAMgAAAAAAAABkAAAAAAAAAH9/fwAKAAAAHwAAAFQAAAAAAAAFAAAAAQAAAAAAAAAAAAAAAAAAAAAAAAAAAAAAAAAAAAAAAAAAAAAAAn9/fwAAAAADzMzMAMDA/wB/f38AAAAAAAAAAAAAAAAAAAAAAAAAAAAhAAAAGAAAABQAAAAHCwAABSEAAMcsAAD4JQAAEAAAACYAAAAIAAAAAYAAAAAAAAA="/>
              </a:ext>
            </a:extLst>
          </p:cNvSpPr>
          <p:nvPr>
            <p:ph idx="2"/>
          </p:nvPr>
        </p:nvSpPr>
        <p:spPr>
          <a:xfrm>
            <a:off x="1792605" y="5367655"/>
            <a:ext cx="5486400" cy="804545"/>
          </a:xfrm>
        </p:spPr>
        <p:txBody>
          <a:bodyPr/>
          <a:lstStyle>
            <a:lvl1pPr marL="0" indent="0">
              <a:buNone/>
              <a:defRPr lang="tr-tr" sz="1400"/>
            </a:lvl1pPr>
            <a:lvl2pPr marL="457200" indent="0">
              <a:buNone/>
              <a:defRPr lang="tr-tr" sz="1200"/>
            </a:lvl2pPr>
            <a:lvl3pPr marL="914400" indent="0">
              <a:buNone/>
              <a:defRPr lang="tr-tr" sz="1000"/>
            </a:lvl3pPr>
            <a:lvl4pPr marL="1371600" indent="0">
              <a:buNone/>
              <a:defRPr lang="tr-tr" sz="900"/>
            </a:lvl4pPr>
            <a:lvl5pPr marL="1828800" indent="0">
              <a:buNone/>
              <a:defRPr lang="tr-tr" sz="900"/>
            </a:lvl5pPr>
            <a:lvl6pPr marL="2286000" indent="0">
              <a:buNone/>
              <a:defRPr lang="tr-tr" sz="900"/>
            </a:lvl6pPr>
            <a:lvl7pPr marL="2743200" indent="0">
              <a:buNone/>
              <a:defRPr lang="tr-tr" sz="900"/>
            </a:lvl7pPr>
            <a:lvl8pPr marL="3200400" indent="0">
              <a:buNone/>
              <a:defRPr lang="tr-tr" sz="900"/>
            </a:lvl8pPr>
            <a:lvl9pPr marL="3657600" indent="0">
              <a:buNone/>
              <a:defRPr lang="tr-tr" sz="900"/>
            </a:lvl9pPr>
          </a:lstStyle>
          <a:p>
            <a:pPr>
              <a:defRPr lang="tr-tr"/>
            </a:pPr>
            <a:r>
              <a:t>Asıl metin stillerini düzenlemek için tıklatın</a:t>
            </a:r>
          </a:p>
        </p:txBody>
      </p:sp>
      <p:sp>
        <p:nvSpPr>
          <p:cNvPr id="5" name="Rectangle 50"/>
          <p:cNvSpPr>
            <a:spLocks noGrp="1" noChangeArrowheads="1"/>
            <a:extLst>
              <a:ext uri="smNativeData">
                <pr:smNativeData xmlns:pr="smNativeData" val="SMDATA_13_uQLjXxMAAAAlAAAAZAAAAA0AAAAAkAAAAEgAAACQAAAASAAAAAAAAAAA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MAAAAEAAAAAAAAAAAAAAAAAAAAAAAAAAeAAAAaAAAAAAAAAAAAAAAAAAAAAAAAAAAAAAAECcAABAnAAAAAAAAAAAAAAAAAAAAAAAAAAAAAAAAAAAAAAAAAAAAABQAAAAAAAAAwMD/AAAAAABkAAAAMgAAAAAAAABkAAAAAAAAAH9/fwAKAAAAHwAAAFQAAAAAAAAFAAAAAQAAAAAAAAAAAAAAAAAAAAAAAAAAAAAAAAAAAAAAAAAAAAAAAn9/fwAAAAADzMzMAMDA/wB/f38AAAAAAAAAAAAAAAAAAAAAAAAAAAAhAAAAGAAAABQAAACANAAAUCgAAFA3AADIKAAAEAAAACYAAAAIAAAAAAAAAIAfAAA="/>
              </a:ext>
            </a:extLst>
          </p:cNvSpPr>
          <p:nvPr>
            <p:ph type="sldNum" sz="quarter" idx="10"/>
          </p:nvPr>
        </p:nvSpPr>
        <p:spPr>
          <a:ln>
            <a:noFill/>
          </a:ln>
        </p:spPr>
        <p:txBody>
          <a:bodyPr/>
          <a:lstStyle/>
          <a:p>
            <a:pPr>
              <a:defRPr lang="tr-tr"/>
            </a:pPr>
            <a:fld id="{C095632D-E598-E26E-D60F-133BD6412046}" type="slidenum">
              <a:t>‹#›</a:t>
            </a:fld>
          </a:p>
        </p:txBody>
      </p:sp>
    </p:spTree>
  </p:cSld>
  <p:clrMapOvr>
    <a:masterClrMapping/>
  </p:clrMapOvr>
</p:sldLayout>
</file>

<file path=ppt/slideLayouts/slideLayout10.xml><?xml version="1.0" encoding="utf-8"?>
<p:sldLayout xmlns:p="http://schemas.openxmlformats.org/presentationml/2006/main" xmlns:p14="http://schemas.microsoft.com/office/powerpoint/2010/main" xmlns:r="http://schemas.openxmlformats.org/officeDocument/2006/relationships" xmlns:a="http://schemas.openxmlformats.org/drawingml/2006/main" type="vertTx" preserve="1">
  <p:cSld name="Başlık,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 noChangeArrowheads="1"/>
            <a:extLst>
              <a:ext uri="smNativeData">
                <pr:smNativeData xmlns:pr="smNativeData" val="SMDATA_13_uQLjXxMAAAAlAAAAZAAAAA0AAAAAkAAAAEgAAACQAAAASAAAAAAAAAAB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MAAAAEAAAAAAAAAAAAAAAAAAAAAAAAAAeAAAAaAAAAAAAAAAAAAAAAAAAAAAAAAAAAAAAECcAABAnAAAAAAAAAAAAAAAAAAAAAAAAAAAAAAAAAAAAAAAAAAAAABQAAAAAAAAAwMD/AAAAAABkAAAAMgAAAAAAAABkAAAAAAAAAH9/fwAKAAAAHwAAAFQAAAAAAAAFAAAAAQAAAAAAAAAAAAAAAAAAAAAAAAAAAAAAAAAAAAAAAAAAAAAAAn9/fwAAAAADzMzMAMDA/wB/f38AAAAAAAAAAAAAAAAAAAAAAAAAAAAhAAAAGAAAABQAAADwAAAAqAAAADgxAAA4BAAAEAAAACYAAAAIAAAAAAAAAAAAAAA="/>
              </a:ext>
            </a:extLst>
          </p:cNvSpPr>
          <p:nvPr>
            <p:ph type="title"/>
          </p:nvPr>
        </p:nvSpPr>
        <p:spPr/>
        <p:txBody>
          <a:bodyPr/>
          <a:lstStyle/>
          <a:p>
            <a:pPr>
              <a:defRPr lang="tr-tr"/>
            </a:pPr>
            <a:r>
              <a:t>Asıl başlık stili için tıklatın</a:t>
            </a:r>
          </a:p>
        </p:txBody>
      </p:sp>
      <p:sp>
        <p:nvSpPr>
          <p:cNvPr id="3" name="2 Dikey Metin Yer Tutucusu"/>
          <p:cNvSpPr>
            <a:spLocks noGrp="1" noChangeArrowheads="1"/>
            <a:extLst>
              <a:ext uri="smNativeData">
                <pr:smNativeData xmlns:pr="smNativeData" val="SMDATA_13_uQLjXxMAAAAlAAAAZAAAAA0AAAAAkAAAAEgAAACQAAAASAAAAAAAAAAAAAAAAQ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MAAAAEAAAAAAAAAAAAAAAAAAAAAAAAAAeAAAAaAAAAAAAAAAAAAAAAAAAAAAAAAAAAAAAECcAABAnAAAAAAAAAAAAAAAAAAAAAAAAAAAAAAAAAAAAAAAAAAAAABQAAAAAAAAAwMD/AAAAAABkAAAAMgAAAAAAAABkAAAAAAAAAH9/fwAKAAAAHwAAAFQAAAAAAAAFAAAAAQAAAAAAAAAAAAAAAAAAAAAAAAAAAAAAAAAAAAAAAAAAAAAAAn9/fwAAAAADzMzMAMDA/wB/f38AAAAAAAAAAAAAAAAAAAAAAAAAAAAhAAAAGAAAABQAAADwAAAAoAUAAFA3AADoJgAAEAAAACYAAAAIAAAAAgAAAAAAAAA="/>
              </a:ext>
            </a:extLst>
          </p:cNvSpPr>
          <p:nvPr>
            <p:ph idx="1"/>
          </p:nvPr>
        </p:nvSpPr>
        <p:spPr/>
        <p:txBody>
          <a:bodyPr vert="vert" wrap="square" lIns="91440" tIns="45720" rIns="91440" bIns="45720" numCol="1" spcCol="215900" anchor="t">
            <a:prstTxWarp prst="textNoShape">
              <a:avLst/>
            </a:prstTxWarp>
          </a:bodyPr>
          <a:lstStyle/>
          <a:p>
            <a:pPr>
              <a:defRPr lang="tr-tr"/>
            </a:pPr>
            <a:r>
              <a:t>Asıl metin stillerini düzenlemek için tıklatın</a:t>
            </a:r>
          </a:p>
          <a:p>
            <a:pPr lvl="1">
              <a:defRPr lang="tr-tr"/>
            </a:pPr>
            <a:r>
              <a:t>İkinci düzey</a:t>
            </a:r>
          </a:p>
          <a:p>
            <a:pPr lvl="2">
              <a:defRPr lang="tr-tr"/>
            </a:pPr>
            <a:r>
              <a:t>Üçüncü düzey</a:t>
            </a:r>
          </a:p>
          <a:p>
            <a:pPr lvl="3">
              <a:defRPr lang="tr-tr"/>
            </a:pPr>
            <a:r>
              <a:t>Dördüncü düzey</a:t>
            </a:r>
          </a:p>
          <a:p>
            <a:pPr lvl="4">
              <a:defRPr lang="tr-tr"/>
            </a:pPr>
            <a:r>
              <a:t>Beşinci düzey</a:t>
            </a:r>
          </a:p>
        </p:txBody>
      </p:sp>
      <p:sp>
        <p:nvSpPr>
          <p:cNvPr id="4" name="Rectangle 50"/>
          <p:cNvSpPr>
            <a:spLocks noGrp="1" noChangeArrowheads="1"/>
            <a:extLst>
              <a:ext uri="smNativeData">
                <pr:smNativeData xmlns:pr="smNativeData" val="SMDATA_13_uQLjXxMAAAAlAAAAZAAAAA0AAAAAkAAAAEgAAACQAAAASAAAAAAAAAAA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MAAAAEAAAAAAAAAAAAAAAAAAAAAAAAAAeAAAAaAAAAAAAAAAAAAAAAAAAAAAAAAAAAAAAECcAABAnAAAAAAAAAAAAAAAAAAAAAAAAAAAAAAAAAAAAAAAAAAAAABQAAAAAAAAAwMD/AAAAAABkAAAAMgAAAAAAAABkAAAAAAAAAH9/fwAKAAAAHwAAAFQAAAAAAAAFAAAAAQAAAAAAAAAAAAAAAAAAAAAAAAAAAAAAAAAAAAAAAAAAAAAAAn9/fwAAAAADzMzMAMDA/wB/f38AAAAAAAAAAAAAAAAAAAAAAAAAAAAhAAAAGAAAABQAAACANAAAUCgAAFA3AADIKAAAEAAAACYAAAAIAAAAAAAAAIAfAAA="/>
              </a:ext>
            </a:extLst>
          </p:cNvSpPr>
          <p:nvPr>
            <p:ph type="sldNum" sz="quarter" idx="10"/>
          </p:nvPr>
        </p:nvSpPr>
        <p:spPr>
          <a:ln>
            <a:noFill/>
          </a:ln>
        </p:spPr>
        <p:txBody>
          <a:bodyPr/>
          <a:lstStyle/>
          <a:p>
            <a:pPr>
              <a:defRPr lang="tr-tr"/>
            </a:pPr>
            <a:fld id="{C095632D-D086-B952-C854-2607EA1A3E73}" type="slidenum">
              <a:t>‹#›</a:t>
            </a:fld>
          </a:p>
        </p:txBody>
      </p:sp>
    </p:spTree>
  </p:cSld>
  <p:clrMapOvr>
    <a:masterClrMapping/>
  </p:clrMapOvr>
</p:sldLayout>
</file>

<file path=ppt/slideLayouts/slideLayout11.xml><?xml version="1.0" encoding="utf-8"?>
<p:sldLayout xmlns:p="http://schemas.openxmlformats.org/presentationml/2006/main" xmlns:p14="http://schemas.microsoft.com/office/powerpoint/2010/main" xmlns:r="http://schemas.openxmlformats.org/officeDocument/2006/relationships" xmlns:a="http://schemas.openxmlformats.org/drawingml/2006/main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Dikey Başlık"/>
          <p:cNvSpPr>
            <a:spLocks noGrp="1" noChangeArrowheads="1"/>
            <a:extLst>
              <a:ext uri="smNativeData">
                <pr:smNativeData xmlns:pr="smNativeData" val="SMDATA_13_uQLjXxMAAAAlAAAAZAAAAA0AAAAAkAAAAEgAAACQAAAASAAAAAAAAAABAAAAAQ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MAAAAEAAAAAAAAAAAAAAAAAAAAAAAAAAeAAAAaAAAAAAAAAAAAAAAAAAAAAAAAAAAAAAAECcAABAnAAAAAAAAAAAAAAAAAAAAAAAAAAAAAAAAAAAAAAAAAAAAABQAAAAAAAAAwMD/AAAAAABkAAAAMgAAAAAAAABkAAAAAAAAAH9/fwAKAAAAHwAAAFQAAAAAAAAFAAAAAQAAAAAAAAAAAAAAAAAAAAAAAAAAAAAAAAAAAAAAAAAAAAAAAn9/fwAAAAADzMzMAMDA/wB/f38AAAAAAAAAAAAAAAAAAAAAAAAAAAAhAAAAGAAAABQAAAC4KQAAqAAAAFA3AADoJgAAEAAAACYAAAAIAAAAAwAAAAAAAAA="/>
              </a:ext>
            </a:extLst>
          </p:cNvSpPr>
          <p:nvPr>
            <p:ph type="title"/>
          </p:nvPr>
        </p:nvSpPr>
        <p:spPr>
          <a:xfrm>
            <a:off x="6781800" y="106680"/>
            <a:ext cx="2209800" cy="6217920"/>
          </a:xfrm>
        </p:spPr>
        <p:txBody>
          <a:bodyPr vert="vert" wrap="square" lIns="91440" tIns="45720" rIns="91440" bIns="45720" numCol="1" spcCol="215900" anchor="ctr">
            <a:prstTxWarp prst="textNoShape">
              <a:avLst/>
            </a:prstTxWarp>
          </a:bodyPr>
          <a:lstStyle/>
          <a:p>
            <a:pPr>
              <a:defRPr lang="tr-tr"/>
            </a:pPr>
            <a:r>
              <a:t>Asıl başlık stili için tıklatın</a:t>
            </a:r>
          </a:p>
        </p:txBody>
      </p:sp>
      <p:sp>
        <p:nvSpPr>
          <p:cNvPr id="3" name="2 Dikey Metin Yer Tutucusu"/>
          <p:cNvSpPr>
            <a:spLocks noGrp="1" noChangeArrowheads="1"/>
            <a:extLst>
              <a:ext uri="smNativeData">
                <pr:smNativeData xmlns:pr="smNativeData" val="SMDATA_13_uQLjXxMAAAAlAAAAZAAAAA0AAAAAkAAAAEgAAACQAAAASAAAAAAAAAAAAAAAAQ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MAAAAEAAAAAAAAAAAAAAAAAAAAAAAAAAeAAAAaAAAAAAAAAAAAAAAAAAAAAAAAAAAAAAAECcAABAnAAAAAAAAAAAAAAAAAAAAAAAAAAAAAAAAAAAAAAAAAAAAABQAAAAAAAAAwMD/AAAAAABkAAAAMgAAAAAAAABkAAAAAAAAAH9/fwAKAAAAHwAAAFQAAAAAAAAFAAAAAQAAAAAAAAAAAAAAAAAAAAAAAAAAAAAAAAAAAAAAAAAAAAAAAn9/fwAAAAADzMzMAMDA/wB/f38AAAAAAAAAAAAAAAAAAAAAAAAAAAAhAAAAGAAAABQAAADwAAAAqAAAAMgoAADoJgAAEAAAACYAAAAIAAAAAwAAAAAAAAA="/>
              </a:ext>
            </a:extLst>
          </p:cNvSpPr>
          <p:nvPr>
            <p:ph idx="1"/>
          </p:nvPr>
        </p:nvSpPr>
        <p:spPr>
          <a:xfrm>
            <a:off x="152400" y="106680"/>
            <a:ext cx="6477000" cy="6217920"/>
          </a:xfrm>
        </p:spPr>
        <p:txBody>
          <a:bodyPr vert="vert" wrap="square" lIns="91440" tIns="45720" rIns="91440" bIns="45720" numCol="1" spcCol="215900" anchor="t">
            <a:prstTxWarp prst="textNoShape">
              <a:avLst/>
            </a:prstTxWarp>
          </a:bodyPr>
          <a:lstStyle/>
          <a:p>
            <a:pPr>
              <a:defRPr lang="tr-tr"/>
            </a:pPr>
            <a:r>
              <a:t>Asıl metin stillerini düzenlemek için tıklatın</a:t>
            </a:r>
          </a:p>
          <a:p>
            <a:pPr lvl="1">
              <a:defRPr lang="tr-tr"/>
            </a:pPr>
            <a:r>
              <a:t>İkinci düzey</a:t>
            </a:r>
          </a:p>
          <a:p>
            <a:pPr lvl="2">
              <a:defRPr lang="tr-tr"/>
            </a:pPr>
            <a:r>
              <a:t>Üçüncü düzey</a:t>
            </a:r>
          </a:p>
          <a:p>
            <a:pPr lvl="3">
              <a:defRPr lang="tr-tr"/>
            </a:pPr>
            <a:r>
              <a:t>Dördüncü düzey</a:t>
            </a:r>
          </a:p>
          <a:p>
            <a:pPr lvl="4">
              <a:defRPr lang="tr-tr"/>
            </a:pPr>
            <a:r>
              <a:t>Beşinci düzey</a:t>
            </a:r>
          </a:p>
        </p:txBody>
      </p:sp>
      <p:sp>
        <p:nvSpPr>
          <p:cNvPr id="4" name="Rectangle 50"/>
          <p:cNvSpPr>
            <a:spLocks noGrp="1" noChangeArrowheads="1"/>
            <a:extLst>
              <a:ext uri="smNativeData">
                <pr:smNativeData xmlns:pr="smNativeData" val="SMDATA_13_uQLjXxMAAAAlAAAAZAAAAA0AAAAAkAAAAEgAAACQAAAASAAAAAAAAAAA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MAAAAEAAAAAAAAAAAAAAAAAAAAAAAAAAeAAAAaAAAAAAAAAAAAAAAAAAAAAAAAAAAAAAAECcAABAnAAAAAAAAAAAAAAAAAAAAAAAAAAAAAAAAAAAAAAAAAAAAABQAAAAAAAAAwMD/AAAAAABkAAAAMgAAAAAAAABkAAAAAAAAAH9/fwAKAAAAHwAAAFQAAAAAAAAFAAAAAQAAAAAAAAAAAAAAAAAAAAAAAAAAAAAAAAAAAAAAAAAAAAAAAn9/fwAAAAADzMzMAMDA/wB/f38AAAAAAAAAAAAAAAAAAAAAAAAAAAAhAAAAGAAAABQAAACANAAAUCgAAFA3AADIKAAAEAAAACYAAAAIAAAAAAAAAIAfAAA="/>
              </a:ext>
            </a:extLst>
          </p:cNvSpPr>
          <p:nvPr>
            <p:ph type="sldNum" sz="quarter" idx="10"/>
          </p:nvPr>
        </p:nvSpPr>
        <p:spPr>
          <a:ln>
            <a:noFill/>
          </a:ln>
        </p:spPr>
        <p:txBody>
          <a:bodyPr/>
          <a:lstStyle/>
          <a:p>
            <a:pPr>
              <a:defRPr lang="tr-tr"/>
            </a:pPr>
            <a:fld id="{C095632D-379D-A221-D34F-C17499012594}" type="slidenum">
              <a:t>‹#›</a:t>
            </a:fld>
          </a:p>
        </p:txBody>
      </p:sp>
    </p:spTree>
  </p:cSld>
  <p:clrMapOvr>
    <a:masterClrMapping/>
  </p:clrMapOvr>
</p:sldLayout>
</file>

<file path=ppt/slideLayouts/slideLayout12.xml><?xml version="1.0" encoding="utf-8"?>
<p:sldLayout xmlns:p="http://schemas.openxmlformats.org/presentationml/2006/main" xmlns:p14="http://schemas.microsoft.com/office/powerpoint/2010/main" xmlns:r="http://schemas.openxmlformats.org/officeDocument/2006/relationships" xmlns:a="http://schemas.openxmlformats.org/drawingml/2006/main" type="blank" preserve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ChangeArrowheads="1"/>
            <a:extLst>
              <a:ext uri="smNativeData">
                <pr:smNativeData xmlns:pr="smNativeData" val="SMDATA_13_uQLjXxMAAAAlAAAAZAAAAA0AAAAAkAAAAEgAAACQAAAASAAAAAAAAAAB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MAAAAEAAAAAAAAAAAAAAAAAAAAAAAAAAeAAAAaAAAAAAAAAAAAAAAAAAAAAAAAAAAAAAAECcAABAnAAAAAAAAAAAAAAAAAAAAAAAAAAAAAAAAAAAAAAAAAAAAABQAAAAAAAAAwMD/AAAAAABkAAAAMgAAAAAAAABkAAAAAAAAAH9/fwAKAAAAHwAAAFQAAAAAAAAFAAAAAQAAAAAAAAAAAAAAAAAAAAAAAAAAAAAAAAAAAAAAAAAAAAAAAn9/fwAAAAADzMzMAMDA/wB/f38AAAAAAAAAAAAAAAAAAAAAAAAAAAAhAAAAGAAAABQAAADwAAAAqAAAAHA1AAA4BAAAEAAAACYAAAAIAAAAAYAAAAAAAAA="/>
              </a:ext>
            </a:extLst>
          </p:cNvSpPr>
          <p:nvPr>
            <p:ph type="title"/>
          </p:nvPr>
        </p:nvSpPr>
        <p:spPr>
          <a:xfrm>
            <a:off x="152400" y="106680"/>
            <a:ext cx="8534400" cy="579120"/>
          </a:xfrm>
        </p:spPr>
        <p:txBody>
          <a:bodyPr/>
          <a:lstStyle>
            <a:lvl1pPr>
              <a:defRPr lang="en-us"/>
            </a:lvl1pPr>
            <a:lvl2pPr>
              <a:defRPr lang="tr-tr"/>
            </a:lvl2pPr>
            <a:lvl3pPr>
              <a:defRPr lang="tr-tr"/>
            </a:lvl3pPr>
            <a:lvl4pPr>
              <a:defRPr lang="tr-tr"/>
            </a:lvl4pPr>
            <a:lvl5pPr>
              <a:defRPr lang="tr-tr"/>
            </a:lvl5pPr>
            <a:lvl6pPr>
              <a:defRPr lang="tr-tr"/>
            </a:lvl6pPr>
            <a:lvl7pPr>
              <a:defRPr lang="tr-tr"/>
            </a:lvl7pPr>
            <a:lvl8pPr>
              <a:defRPr lang="tr-tr"/>
            </a:lvl8pPr>
            <a:lvl9pPr>
              <a:defRPr lang="tr-tr"/>
            </a:lvl9pPr>
          </a:lstStyle>
          <a:p>
            <a:pPr>
              <a:defRPr lang="tr-tr"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lide Number Placeholder 2"/>
          <p:cNvSpPr>
            <a:spLocks noGrp="1" noChangeArrowheads="1"/>
            <a:extLst>
              <a:ext uri="smNativeData">
                <pr:smNativeData xmlns:pr="smNativeData" val="SMDATA_13_uQLjXxMAAAAlAAAAZAAAAA0AAAAAkAAAAEgAAACQAAAASAAAAAAAAAAA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MAAAAEAAAAAAAAAAAAAAAAAAAAAAAAAAeAAAAaAAAAAAAAAAAAAAAAAAAAAAAAAAAAAAAECcAABAnAAAAAAAAAAAAAAAAAAAAAAAAAAAAAAAAAAAAAAAAAAAAABQAAAAAAAAAwMD/AAAAAABkAAAAMgAAAAAAAABkAAAAAAAAAH9/fwAKAAAAHwAAAFQAAAAAAAAFAAAAAQAAAAAAAAAAAAAAAAAAAAAAAAAAAAAAAAAAAAAAAAAAAAAAAn9/fwAAAAADzMzMAMDA/wB/f38AAAAAAAAAAAAAAAAAAAAAAAAAAAAhAAAAGAAAABQAAACANAAAUCgAAFA3AADIKAAAEAAAACYAAAAIAAAAAAAAAAAAAAA="/>
              </a:ext>
            </a:extLst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 lang="tr-tr"/>
            </a:pPr>
            <a:fld id="{C095632D-8DC0-05D7-8EE8-7B826FA6782E}" type="slidenum">
              <a:t>‹#›</a:t>
            </a:fld>
          </a:p>
        </p:txBody>
      </p:sp>
    </p:spTree>
  </p:cSld>
  <p:clrMapOvr>
    <a:masterClrMapping/>
  </p:clrMapOvr>
</p:sldLayout>
</file>

<file path=ppt/slideLayouts/slideLayout13.xml><?xml version="1.0" encoding="utf-8"?>
<p:sldLayout xmlns:p="http://schemas.openxmlformats.org/presentationml/2006/main" xmlns:p14="http://schemas.microsoft.com/office/powerpoint/2010/main" xmlns:r="http://schemas.openxmlformats.org/officeDocument/2006/relationships" xmlns:a="http://schemas.openxmlformats.org/drawingml/2006/main" showMasterSp="0" type="title" preserve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9"/>
          <p:cNvSpPr>
            <a:extLst>
              <a:ext uri="smNativeData">
                <pr:smNativeData xmlns:pr="smNativeData" val="SMDATA_13_uQLjXxMAAAAlAAAAZAAAAE0AAAAAkAAAAEgAAACQAAAASAAAAAAAAAAA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MAAAAEAAAAAAAAAAAAAAAAAAAAAAAAAAeAAAAaAAAAAAAAAAAAAAAAAAAAAAAAAAAAAAAECcAABAnAAAAAAAAAAAAAAAAAAAAAAAAAAAAAAAAAAAAAAAAAAAAABQAAAAAAAAAwMD/AAAAAABkAAAAMgAAAAAAAABkAAAAAAAAAH9/fwAKAAAAHwAAAFQAAAC74OMF////AQAAAAAAAAAAAAAAAAAAAAAAAAAAAAAAAAAAAAAAAAAAAAAAAn9/fwCAgIADzMzMAMDA/wB/f38AAAAAAAAAAAAAAAAAAAAAAAAAAAAhAAAAGAAAABQAAACQJAAAOwEAAHA1AAC8AgAAECAAACYAAAAIAAAA//////////8="/>
              </a:ext>
            </a:extLst>
          </p:cNvSpPr>
          <p:nvPr/>
        </p:nvSpPr>
        <p:spPr>
          <a:xfrm>
            <a:off x="5943600" y="200025"/>
            <a:ext cx="2743200" cy="24447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t"/>
          <a:lstStyle/>
          <a:p>
            <a:pPr marL="0" marR="0" indent="0" algn="ctr" defTabSz="91440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  <a:tabLst/>
              <a:defRPr sz="1800" b="0" i="0" u="none" strike="noStrike" kern="1" spc="0" baseline="0">
                <a:solidFill>
                  <a:schemeClr val="tx1"/>
                </a:solidFill>
                <a:effectLst/>
                <a:latin typeface="Arial" pitchFamily="1" charset="0"/>
                <a:ea typeface="Arial" pitchFamily="1" charset="0"/>
                <a:cs typeface="Arial" pitchFamily="1" charset="0"/>
              </a:defRPr>
            </a:pPr>
            <a:r>
              <a:rPr sz="1000" b="1">
                <a:solidFill>
                  <a:srgbClr val="FFFFCC"/>
                </a:solidFill>
                <a:latin typeface="Tahoma" pitchFamily="1" charset="0"/>
                <a:ea typeface="Arial" pitchFamily="1" charset="0"/>
                <a:cs typeface="Arial" pitchFamily="1" charset="0"/>
              </a:rPr>
              <a:t>Bilgisayar Mühendisliği Bölümü</a:t>
            </a:r>
            <a:endParaRPr sz="1000" b="1">
              <a:solidFill>
                <a:srgbClr val="FFFFCC"/>
              </a:solidFill>
              <a:latin typeface="Tahoma" pitchFamily="1" charset="0"/>
              <a:ea typeface="Arial" pitchFamily="1" charset="0"/>
              <a:cs typeface="Arial" pitchFamily="1" charset="0"/>
            </a:endParaRPr>
          </a:p>
        </p:txBody>
      </p:sp>
      <p:sp>
        <p:nvSpPr>
          <p:cNvPr id="3" name="Rectangle 4"/>
          <p:cNvSpPr>
            <a:spLocks noGrp="1" noChangeArrowheads="1"/>
            <a:extLst>
              <a:ext uri="smNativeData">
                <pr:smNativeData xmlns:pr="smNativeData" val="SMDATA_13_uQLjXxMAAAAlAAAAZAAAAA0AAAAAkAAAAEgAAACQAAAASAAAAAAAAAAA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MAAAAEAAAAAAAAAAAAAAAAAAAAAAAAAAeAAAAaAAAAAAAAAAAAAAAAAAAAAAAAAAAAAAAECcAABAnAAAAAAAAAAAAAAAAAAAAAAAAAAAAAAAAAAAAAAAAAAAAABQAAAAAAAAAwMD/AAAAAABkAAAAMgAAAAAAAABkAAAAAAAAAH9/fwAKAAAAHwAAAFQAAAAAAAAFAAAAAQAAAAAAAAAAAAAAAAAAAAAAAAAAAAAAAAAAAAAAAAAAAAAAAn9/fwAAAAADzMzMAMDA/wB/f38AAAAAAAAAAAAAAAAAAAAAAAAAAAAhAAAAGAAAABQAAABwCAAA6BcAANAvAACwIgAAEAAAACYAAAAIAAAAffD///////8="/>
              </a:ext>
            </a:extLst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noFill/>
          <a:ln>
            <a:noFill/>
          </a:ln>
          <a:effectLst/>
        </p:spPr>
        <p:txBody>
          <a:bodyPr vert="horz" wrap="square" lIns="91440" tIns="45720" rIns="91440" bIns="45720" numCol="1" spcCol="215900" anchor="t">
            <a:prstTxWarp prst="textNoShape">
              <a:avLst/>
            </a:prstTxWarp>
          </a:bodyPr>
          <a:lstStyle>
            <a:lvl1pPr marL="0" marR="0" indent="0" algn="ctr" defTabSz="914400">
              <a:lnSpc>
                <a:spcPct val="100000"/>
              </a:lnSpc>
              <a:spcBef>
                <a:spcPts val="575"/>
              </a:spcBef>
              <a:spcAft>
                <a:spcPts val="0"/>
              </a:spcAft>
              <a:buNone/>
              <a:tabLst/>
              <a:defRPr sz="2400" b="0" i="0" u="none" strike="noStrike" kern="1" spc="0" baseline="0">
                <a:solidFill>
                  <a:schemeClr val="tx1"/>
                </a:solidFill>
                <a:effectLst/>
                <a:latin typeface="Arial" pitchFamily="1" charset="0"/>
                <a:ea typeface="Arial" pitchFamily="1" charset="0"/>
                <a:cs typeface="Arial" pitchFamily="1" charset="0"/>
              </a:defRPr>
            </a:lvl1pPr>
            <a:lvl2pPr>
              <a:defRPr lang="tr-tr"/>
            </a:lvl2pPr>
            <a:lvl3pPr>
              <a:defRPr lang="tr-tr"/>
            </a:lvl3pPr>
            <a:lvl4pPr>
              <a:defRPr lang="tr-tr"/>
            </a:lvl4pPr>
            <a:lvl5pPr>
              <a:defRPr lang="tr-tr"/>
            </a:lvl5pPr>
            <a:lvl6pPr>
              <a:defRPr lang="tr-tr"/>
            </a:lvl6pPr>
            <a:lvl7pPr>
              <a:defRPr lang="tr-tr"/>
            </a:lvl7pPr>
            <a:lvl8pPr>
              <a:defRPr lang="tr-tr"/>
            </a:lvl8pPr>
            <a:lvl9pPr>
              <a:defRPr lang="tr-tr"/>
            </a:lvl9pPr>
          </a:lstStyle>
          <a:p>
            <a:pPr/>
            <a:r>
              <a:t>Click to edit Master subtitle style</a:t>
            </a:r>
          </a:p>
        </p:txBody>
      </p:sp>
      <p:sp>
        <p:nvSpPr>
          <p:cNvPr id="4" name="Rectangle 8"/>
          <p:cNvSpPr>
            <a:spLocks noGrp="1" noChangeArrowheads="1"/>
            <a:extLst>
              <a:ext uri="smNativeData">
                <pr:smNativeData xmlns:pr="smNativeData" val="SMDATA_13_uQLjXxMAAAAlAAAAZAAAAA0AAAAAkAAAAEgAAACQAAAASAAAAAAAAAAB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MAAAAEAAAAAAAAAAAAAAAAAAAAAAAAAAeAAAAaAAAAAAAAAAAAAAAAAAAAAAAAAAAAAAAECcAABAnAAAAAAAAAAAAAAAAAAAAAAAAAAAAAAAAAAAAAAAAAAAAABQAAAAAAAAAwMD/AAAAAABkAAAAMgAAAAAAAABkAAAAAAAAAH9/fwAKAAAAHwAAAFQAAAAAAAAFAAAAAQAAAAAAAAAAAAAAAAAAAAAAAAAAAAAAAAAAAAAAAAAAAAAAAn9/fwAAAAADzMzMAMDA/wB/f38AAAAAAAAAAAAAAAAAAAAAAAAAAAAhAAAAGAAAABQAAACQBgAAqAwAACgyAACzFQAAEAAAACYAAAAIAAAAffD///////8="/>
              </a:ext>
            </a:extLst>
          </p:cNvSpPr>
          <p:nvPr>
            <p:ph type="ctrTitle"/>
          </p:nvPr>
        </p:nvSpPr>
        <p:spPr>
          <a:xfrm>
            <a:off x="1066800" y="2057400"/>
            <a:ext cx="7086600" cy="1470025"/>
          </a:xfrm>
          <a:noFill/>
          <a:ln>
            <a:noFill/>
          </a:ln>
          <a:effectLst/>
        </p:spPr>
        <p:txBody>
          <a:bodyPr vert="horz" wrap="square" lIns="91440" tIns="45720" rIns="91440" bIns="45720" numCol="1" spcCol="215900" anchor="ctr">
            <a:prstTxWarp prst="textNoShape">
              <a:avLst/>
            </a:prstTxWarp>
          </a:bodyPr>
          <a:lstStyle>
            <a:lvl1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4400" b="0" i="0" u="none" strike="noStrike" kern="1" spc="0" baseline="0">
                <a:solidFill>
                  <a:schemeClr val="tx1"/>
                </a:solidFill>
                <a:effectLst>
                  <a:outerShdw dist="63500" dir="3600000" algn="tl" rotWithShape="0">
                    <a:srgbClr val="000000">
                      <a:alpha val="40000"/>
                    </a:srgbClr>
                  </a:outerShdw>
                </a:effectLst>
                <a:latin typeface="Arial" pitchFamily="1" charset="0"/>
                <a:ea typeface="Arial" pitchFamily="1" charset="0"/>
                <a:cs typeface="Arial" pitchFamily="1" charset="0"/>
              </a:defRPr>
            </a:lvl1pPr>
            <a:lvl2pPr>
              <a:defRPr lang="tr-tr"/>
            </a:lvl2pPr>
            <a:lvl3pPr>
              <a:defRPr lang="tr-tr"/>
            </a:lvl3pPr>
            <a:lvl4pPr>
              <a:defRPr lang="tr-tr"/>
            </a:lvl4pPr>
            <a:lvl5pPr>
              <a:defRPr lang="tr-tr"/>
            </a:lvl5pPr>
            <a:lvl6pPr>
              <a:defRPr lang="tr-tr"/>
            </a:lvl6pPr>
            <a:lvl7pPr>
              <a:defRPr lang="tr-tr"/>
            </a:lvl7pPr>
            <a:lvl8pPr>
              <a:defRPr lang="tr-tr"/>
            </a:lvl8pPr>
            <a:lvl9pPr>
              <a:defRPr lang="tr-tr"/>
            </a:lvl9pPr>
          </a:lstStyle>
          <a:p>
            <a:pPr/>
            <a:r>
              <a:t>Click to edit Master title style</a:t>
            </a:r>
          </a:p>
        </p:txBody>
      </p:sp>
      <p:sp>
        <p:nvSpPr>
          <p:cNvPr id="5" name="Rectangle 53"/>
          <p:cNvSpPr>
            <a:extLst>
              <a:ext uri="smNativeData">
                <pr:smNativeData xmlns:pr="smNativeData" val="SMDATA_13_uQLjXxMAAAAlAAAAZAAAAA0AAAAAkAAAAEgAAACQAAAASAAAAAAAAAABAAAAAAAAAAEAAABQAAAAAAAAAAAA4D8AAAAAAADgPwAAAAAAAOA/AAAAAAAA4D8AAAAAAADgPwAAAAAAAOA/AAAAAAAA4D8AAAAAAADgPwAAAAAAAOA/AAAAAAAA4D8CAAAAjAAAAAEAAAADAAAAcr7FAEWXoAAAAAAAAAAAAAAAAAAAAAAAAAAAAAAAAAAAAAAAeAAAAAEAAABAAAAAZAAAAAAAAABoAQAAAAAAAAAAAAAAAAAAAAAAAAAAAAAAAAAAAAAAAAAAAAAAAAAAAAAAAAAAAAAAAAAAAAAAAAAAAAAAAAAAAAAAAAAAAAAAAAAAFAAAADwAAAABAAAAAAAAAAAAAAkPAAAAAQAAACMAAAAjAAAAIwAAAB4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MAAAAEAAAAAAAAAAAAAAAAAAAAAAAAAAeAAAAaAAAAAEAAAAAAAAAAAAAAAAAAAAAAAAAECcAABAnAAAAAAAAAAAAAAAAAAAAAAAAAAAAAAAAAAAAAAAAAAAAABQAAAAAAAAAwMD/AAAAAABkAAAAMgAAAAAAAABkAAAAAAAAAH9/fwAKAAAAHwAAAFQAAAByvsUARZegAAAAAAAAAAAAAAAAAAAAAAAAAAAAAAAAAAAAAAAAAAAAAAAAAn9/fwCAgIADzMzMAMDA/wB/f38AAAAAAAAAAAAAAAAAAAAAAAAAAAAhAAAAGAAAABQAAAAAAAAAEQAAAEA4AADBBAAAECAAACYAAAAIAAAA//////////8="/>
              </a:ext>
            </a:extLst>
          </p:cNvSpPr>
          <p:nvPr/>
        </p:nvSpPr>
        <p:spPr>
          <a:xfrm>
            <a:off x="0" y="10795"/>
            <a:ext cx="9144000" cy="762000"/>
          </a:xfrm>
          <a:prstGeom prst="rect">
            <a:avLst/>
          </a:prstGeom>
          <a:gradFill flip="none" rotWithShape="1">
            <a:gsLst>
              <a:gs pos="0">
                <a:srgbClr val="72BEC5"/>
              </a:gs>
              <a:gs pos="100000">
                <a:srgbClr val="4597A0"/>
              </a:gs>
            </a:gsLst>
            <a:lin ang="0" scaled="0"/>
            <a:tileRect/>
          </a:gradFill>
          <a:ln w="9525" cap="flat" cmpd="sng" algn="ctr">
            <a:solidFill>
              <a:schemeClr val="tx1"/>
            </a:solidFill>
            <a:prstDash val="solid"/>
            <a:headEnd type="none"/>
            <a:tailEnd type="none"/>
          </a:ln>
          <a:effectLst/>
        </p:spPr>
        <p:txBody>
          <a:bodyPr vert="horz" wrap="none" lIns="91440" tIns="45720" rIns="91440" bIns="45720" numCol="1" spcCol="215900"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1" spc="0" baseline="0">
                <a:solidFill>
                  <a:schemeClr val="tx1"/>
                </a:solidFill>
                <a:effectLst/>
                <a:latin typeface="Arial" pitchFamily="1" charset="0"/>
                <a:ea typeface="Arial" pitchFamily="1" charset="0"/>
                <a:cs typeface="Arial" pitchFamily="1" charset="0"/>
              </a:defRPr>
            </a:pPr>
          </a:p>
        </p:txBody>
      </p:sp>
      <p:sp>
        <p:nvSpPr>
          <p:cNvPr id="6" name="Rectangle 59"/>
          <p:cNvSpPr>
            <a:extLst>
              <a:ext uri="smNativeData">
                <pr:smNativeData xmlns:pr="smNativeData" val="SMDATA_13_uQLjXxMAAAAlAAAAZAAAAA0AAAAAkAAAAEgAAACQAAAASAAAAAAAAAABAAAAAAAAAAEAAABQAAAAAAAAAAAA4D8AAAAAAADgPwAAAAAAAOA/AAAAAAAA4D8AAAAAAADgPwAAAAAAAOA/AAAAAAAA4D8AAAAAAADgPwAAAAAAAOA/AAAAAAAA4D8CAAAAjAAAAAEAAAAAAAAAPY2UAP///wgAAAAAAAAAAAAAAAAAAAAAAAAAAAAAAAAAAAAAeAAAAAEAAABAAAAAAAAAAAAAAABaAAAAAAAAAAAAAAAAAAAAAAAAAAAAAAAAAAAAAAAAAAAAAAAAAAAAAAAAAAAAAAAAAAAAAAAAAAAAAAAAAAAAAAAAAAAAAAAAAAAAFAAAADwAAAABAAAAAAAAAAAAAAkPAAAAAQAAACMAAAAjAAAAIwAAAB4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MAAAAEAAAAAAAAAAAAAAAAAAAAAAAAAAeAAAAaAAAAAAAAAAAAAAAAAAAAAAAAAAAAAAAECcAABAnAAAAAAAAAAAAAAAAAAAAAAAAAAAAAAAAAAAAAAAAAAAAABQAAAAAAAAAwMD/AAAAAABkAAAAMgAAAAAAAABkAAAAAAAAAH9/fwAKAAAAHwAAAFQAAAA9jZQA////AQAAAAAAAAAAAAAAAAAAAAAAAAAAAAAAAAAAAAAAAAAAAAAAAn9/fwCAgIADzMzMAMDA/wB/f38AAAAAAAAAAAAAAAAAAAAAAAAAAAAhAAAAGAAAABQAAAAAAAAA2CcAAEA4AAAwKgAAECAAACYAAAAIAAAA//////////8="/>
              </a:ext>
            </a:extLst>
          </p:cNvSpPr>
          <p:nvPr/>
        </p:nvSpPr>
        <p:spPr>
          <a:xfrm>
            <a:off x="0" y="6477000"/>
            <a:ext cx="9144000" cy="381000"/>
          </a:xfrm>
          <a:prstGeom prst="rect">
            <a:avLst/>
          </a:prstGeom>
          <a:solidFill>
            <a:srgbClr val="3D8D94"/>
          </a:solidFill>
          <a:ln w="9525" cap="flat" cmpd="sng" algn="ctr">
            <a:solidFill>
              <a:schemeClr val="tx1"/>
            </a:solidFill>
            <a:prstDash val="solid"/>
            <a:headEnd type="none"/>
            <a:tailEnd type="none"/>
          </a:ln>
          <a:effectLst/>
        </p:spPr>
        <p:txBody>
          <a:bodyPr vert="horz" wrap="none" lIns="91440" tIns="45720" rIns="91440" bIns="45720" numCol="1" spcCol="215900"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1" spc="0" baseline="0">
                <a:solidFill>
                  <a:schemeClr val="tx1"/>
                </a:solidFill>
                <a:effectLst/>
                <a:latin typeface="Arial" pitchFamily="1" charset="0"/>
                <a:ea typeface="Arial" pitchFamily="1" charset="0"/>
                <a:cs typeface="Arial" pitchFamily="1" charset="0"/>
              </a:defRPr>
            </a:pPr>
          </a:p>
        </p:txBody>
      </p:sp>
      <p:pic>
        <p:nvPicPr>
          <p:cNvPr id="7" name="Picture 15" descr="C:\Users\rehin99\Desktop\bilg-logo.png"/>
          <p:cNvPicPr>
            <a:picLocks noChangeAspect="1"/>
            <a:extLst>
              <a:ext uri="smNativeData">
                <pr:smNativeData xmlns:pr="smNativeData" val="SMDATA_15_uQLjXxMAAAAlAAAAEQAAAC0AAAAAkAAAAEgAAACQAAAASAAAAAAAAAAA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AcAAAA4AAAAAAAAAAAAAAAAAAAA////AAAAAAAAAAAAAAAAAAAAAAAAAAAAAAAAAAAAAABkAAAAZAAAAAAAAAAjAAAABAAAAGQAAAAXAAAAFAAAAAAAAAAAAAAA/38AAP9/AAAAAAAACQAAAAQAAAAAAAAADAAAABAAAAAAAAAAAAAAAAAAAAAAAAAAHgAAAGgAAAAAAAAAAAAAAAAAAAAAAAAAAAAAABAnAAAQJwAAAAAAAAAAAAAAAAAAAAAAAAAAAAAAAAAAAAAAAAAAAAAUAAAAAAAAAMDA/wAAAAAAZAAAADIAAAAAAAAAZAAAAAAAAAB/f38ACgAAAB8AAABUAAAAu+DjBf///wEAAAAAAAAAAAAAAAAAAAAAAAAAAAAAAAAAAAAAAAAAAAAAAAJ/f38AgICAA8zMzADAwP8Af39/AAAAAAAAAAAAAAAAAP///wAAAAAAIQAAABgAAAAUAAAA8AAAACgjAAD4BwAAMCoAABAAAAAmAAAACAAAAP//////////"/>
              </a:ext>
            </a:extLst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" y="5715000"/>
            <a:ext cx="1143000" cy="1143000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id="8" name="Picture 16" descr="C:\Users\rehin99\Desktop\gtu-logo.png"/>
          <p:cNvPicPr>
            <a:picLocks noChangeAspect="1"/>
            <a:extLst>
              <a:ext uri="smNativeData">
                <pr:smNativeData xmlns:pr="smNativeData" val="SMDATA_15_uQLjXxMAAAAlAAAAEQAAAC0AAAAAkAAAAEgAAACQAAAASAAAAAAAAAAA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AcAAAA4AAAAAAAAAAAAAAAAAAAA////AAAAAAAAAAAAAAAAAAAAAAAAAAAAAAAAAAAAAABkAAAAZAAAAAAAAAAjAAAABAAAAGQAAAAXAAAAFAAAAAAAAAAAAAAA/38AAP9/AAAAAAAACQAAAAQAAAAAAAAADAAAABAAAAAAAAAAAAAAAAAAAAAAAAAAHgAAAGgAAAAAAAAAAAAAAAAAAAAAAAAAAAAAABAnAAAQJwAAAAAAAAAAAAAAAAAAAAAAAAAAAAAAAAAAAAAAAAAAAAAUAAAAAAAAAMDA/wAAAAAAZAAAADIAAAAAAAAAZAAAAAAAAAB/f38ACgAAAB8AAABUAAAAu+DjBf///wEAAAAAAAAAAAAAAAAAAAAAAAAAAAAAAAAAAAAAAAAAAAAAAAJ/f38AgICAA8zMzADAwP8Af39/AAAAAAAAAAAAAAAAAP///wAAAAAAIQAAABgAAAAUAAAAKBQAABsBAABNJQAA1wsAABAAAAAmAAAACAAAAP//////////"/>
              </a:ext>
            </a:extLst>
          </p:cNvPicPr>
          <p:nvPr/>
        </p:nvPicPr>
        <p:blipFill>
          <a:blip r:embed="rId3"/>
          <a:stretch>
            <a:fillRect/>
          </a:stretch>
        </p:blipFill>
        <p:spPr>
          <a:xfrm>
            <a:off x="3276600" y="179705"/>
            <a:ext cx="2787015" cy="1744980"/>
          </a:xfrm>
          <a:prstGeom prst="rect">
            <a:avLst/>
          </a:prstGeom>
          <a:noFill/>
          <a:ln>
            <a:noFill/>
          </a:ln>
          <a:effectLst/>
        </p:spPr>
      </p:pic>
    </p:spTree>
  </p:cSld>
  <p:clrMapOvr>
    <a:masterClrMapping/>
  </p:clrMapOvr>
</p:sldLayout>
</file>

<file path=ppt/slideLayouts/slideLayout14.xml><?xml version="1.0" encoding="utf-8"?>
<p:sldLayout xmlns:p="http://schemas.openxmlformats.org/presentationml/2006/main" xmlns:p14="http://schemas.microsoft.com/office/powerpoint/2010/main" xmlns:r="http://schemas.openxmlformats.org/officeDocument/2006/relationships" xmlns:a="http://schemas.openxmlformats.org/drawingml/2006/main" type="tx">
  <p:cSld name="Başlık ve i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Başlığı1"/>
          <p:cNvSpPr>
            <a:spLocks noGrp="1" noChangeArrowheads="1"/>
            <a:extLst>
              <a:ext uri="smNativeData">
                <pr:smNativeData xmlns:pr="smNativeData" val="SMDATA_13_uQLjXxMAAAAlAAAAZAAAAA0AAAAAkAAAAEgAAACQAAAASAAAAAAAAAAB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FUAAAAMAAAAEAAAAAAAAAAAAAAAAAAAAAAAAAAeAAAAaAAAAAAAAAAAAAAAAAAAAAAAAAAAAAAAECcAABAnAAAAAAAAAAAAAAAAAAAAAAAAAAAAAAAAAAAAAAAAAAAAABQAAAAAAAAAwMD/AAAAAABkAAAAMgAAAAAAAABkAAAAAAAAAH9/fwAKAAAAHwAAAFQAAAAAAAAFAAAAAQAAAAAAAAAAAAAAAAAAAAAAAAAAAAAAAAAAAAAAAAAAAAAAAn9/fwAAAAADzMzMAMDA/wB/f38AAAAAAAAAAAAAAAAAAAAAAAAAAAAhAAAAGAAAABQAAADwAAAAqAAAADgxAAA4BAAAEAAAACYAAAAIAAAAAAAAAAAAAAA="/>
              </a:ext>
            </a:extLst>
          </p:cNvSpPr>
          <p:nvPr>
            <p:ph type="title"/>
          </p:nvPr>
        </p:nvSpPr>
        <p:spPr/>
        <p:txBody>
          <a:bodyPr/>
          <a:lstStyle/>
          <a:p>
            <a:pPr/>
            <a:r>
              <a:t>Asıl slayt başlığını düzenlemek için tıklayın</a:t>
            </a:r>
          </a:p>
        </p:txBody>
      </p:sp>
      <p:sp>
        <p:nvSpPr>
          <p:cNvPr id="3" name="SlaytMetni1"/>
          <p:cNvSpPr>
            <a:spLocks noGrp="1" noChangeArrowheads="1"/>
            <a:extLst>
              <a:ext uri="smNativeData">
                <pr:smNativeData xmlns:pr="smNativeData" val="SMDATA_13_uQLjXxMAAAAlAAAAZAAAAA0AAAAAkAAAAEgAAACQAAAASAAAAAAAAAAA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GZ6AAAMAAAAEAAAAAAAAAAAAAAAAAAAAAAAAAAeAAAAaAAAAAAAAAAAAAAAAAAAAAAAAAAAAAAAECcAABAnAAAAAAAAAAAAAAAAAAAAAAAAAAAAAAAAAAAAAAAAAAAAABQAAAAAAAAAwMD/AAAAAABkAAAAMgAAAAAAAABkAAAAAAAAAH9/fwAKAAAAHwAAAFQAAAAAAAAFAAAAAQAAAAAAAAAAAAAAAAAAAAAAAAAAAAAAAAAAAAAAAAAAAAAAAn9/fwAAAAADzMzMAMDA/wB/f38AAAAAAAAAAAAAAAAAAAAAAAAAAAAhAAAAGAAAABQAAADwAAAAoAUAAFA3AADoJgAAEAAAACYAAAAIAAAAAIAAAAAAAAA="/>
              </a:ext>
            </a:extLst>
          </p:cNvSpPr>
          <p:nvPr>
            <p:ph idx="1"/>
          </p:nvPr>
        </p:nvSpPr>
        <p:spPr/>
        <p:txBody>
          <a:bodyPr/>
          <a:lstStyle/>
          <a:p>
            <a:pPr/>
            <a:r>
              <a:t>Asıl metin tipini düzenlemek için tıklayın</a:t>
            </a:r>
          </a:p>
          <a:p>
            <a:pPr lvl="1"/>
            <a:r>
              <a:t>İkinci seviye</a:t>
            </a:r>
          </a:p>
          <a:p>
            <a:pPr lvl="2"/>
            <a:r>
              <a:t>Üçüncü seviye</a:t>
            </a:r>
          </a:p>
          <a:p>
            <a:pPr lvl="3"/>
            <a:r>
              <a:t>Dördüncü seviye</a:t>
            </a:r>
          </a:p>
          <a:p>
            <a:pPr lvl="4"/>
            <a:r>
              <a:t>Beşinci seviye</a:t>
            </a:r>
          </a:p>
        </p:txBody>
      </p:sp>
      <p:sp>
        <p:nvSpPr>
          <p:cNvPr id="4" name="SlaytSayıAlanı1"/>
          <p:cNvSpPr>
            <a:spLocks noGrp="1" noChangeArrowheads="1"/>
            <a:extLst>
              <a:ext uri="smNativeData">
                <pr:smNativeData xmlns:pr="smNativeData" val="SMDATA_13_uQLjXxMAAAAlAAAAZAAAAA0AAAAAkAAAAEgAAACQAAAASAAAAAAAAAAA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C+sAAAMAAAAEAAAAAAAAAAAAAAAAAAAAAAAAAAeAAAAaAAAAAAAAAAAAAAAAAAAAAAAAAAAAAAAECcAABAnAAAAAAAAAAAAAAAAAAAAAAAAAAAAAAAAAAAAAAAAAAAAABQAAAAAAAAAwMD/AAAAAABkAAAAMgAAAAAAAABkAAAAAAAAAH9/fwAKAAAAHwAAAFQAAAAAAAAFAAAAAQAAAAAAAAAAAAAAAAAAAAAAAAAAAAAAAAAAAAAAAAAAAAAAAn9/fwAAAAADzMzMAMDA/wB/f38AAAAAAAAAAAAAAAAAAAAAAAAAAAAhAAAAGAAAABQAAACANAAAUCgAAFA3AADIKAAAEAAAACYAAAAIAAAAAAAAAAAAAAA="/>
              </a:ext>
            </a:extLst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 lang="tr-tr"/>
            </a:pPr>
            <a:fld id="{C095632D-DDD4-EF9A-9A02-2BCF224C6C7E}" type="slidenum">
              <a:t>9</a:t>
            </a:fld>
          </a:p>
        </p:txBody>
      </p:sp>
    </p:spTree>
  </p:cSld>
  <p:clrMapOvr>
    <a:masterClrMapping/>
  </p:clrMapOvr>
</p:sldLayout>
</file>

<file path=ppt/slideLayouts/slideLayout15.xml><?xml version="1.0" encoding="utf-8"?>
<p:sldLayout xmlns:p="http://schemas.openxmlformats.org/presentationml/2006/main" xmlns:p14="http://schemas.microsoft.com/office/powerpoint/2010/main" xmlns:r="http://schemas.openxmlformats.org/officeDocument/2006/relationships" xmlns:a="http://schemas.openxmlformats.org/drawingml/2006/main" type="secHead">
  <p:cSld name="Bölüm üst bilgi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Başlığı1"/>
          <p:cNvSpPr>
            <a:spLocks noGrp="1" noChangeArrowheads="1"/>
            <a:extLst>
              <a:ext uri="smNativeData">
                <pr:smNativeData xmlns:pr="smNativeData" val="SMDATA_13_uQLjXxMAAAAlAAAAZAAAAA0AAAAAkAAAAEgAAACQAAAASAAAAAAAAAAA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MAAAAEAAAAAAAAAAAAAAAAAAAAAAAAAAeAAAAaAAAAAAAAAAAAAAAAAAAAAAAAAAAAAAAECcAABAnAAAAAAAAAAAAAAAAAAAAAAAAAAAAAAAAAAAAAAAAAAAAABQAAAAAAAAAwMD/AAAAAABkAAAAMgAAAAAAAABkAAAAAAAAAH9/fwAKAAAAHwAAAFQAAAAAAAAFAAAAAQAAAAAAAAAAAAAAAAAAAAAAAAAAAAAAAAAAAAAAAAAAAAAAAn9/fwAAAAADzMzMAMDA/wB/f38AAAAAAAAAAAAAAAAAAAAAAAAAAAAhAAAAGAAAABQAAAByBAAAHBsAAEI0AAB9IwAAEAAAACYAAAAIAAAAgQAAAAAAAAA="/>
              </a:ext>
            </a:extLst>
          </p:cNvSpPr>
          <p:nvPr>
            <p:ph type="title"/>
          </p:nvPr>
        </p:nvSpPr>
        <p:spPr>
          <a:xfrm>
            <a:off x="722630" y="4406900"/>
            <a:ext cx="7772400" cy="1362075"/>
          </a:xfrm>
        </p:spPr>
        <p:txBody>
          <a:bodyPr vert="horz" wrap="square" lIns="91440" tIns="45720" rIns="91440" bIns="45720" numCol="1" spcCol="215900" anchor="t">
            <a:prstTxWarp prst="textNoShape">
              <a:avLst/>
            </a:prstTxWarp>
          </a:bodyPr>
          <a:lstStyle/>
          <a:p>
            <a:pPr/>
            <a:r>
              <a:t>Asıl slayt başlığını düzenlemek için tıklayın</a:t>
            </a:r>
          </a:p>
        </p:txBody>
      </p:sp>
      <p:sp>
        <p:nvSpPr>
          <p:cNvPr id="3" name="SlaytMetni1"/>
          <p:cNvSpPr>
            <a:spLocks noGrp="1" noChangeArrowheads="1"/>
            <a:extLst>
              <a:ext uri="smNativeData">
                <pr:smNativeData xmlns:pr="smNativeData" val="SMDATA_13_uQLjXxMAAAAlAAAAZAAAAA0AAAAAkAAAAEgAAACQAAAASAAAAAAAAAAC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GCH2eEMAAAAEAAAAAAAAAAAAAAAAAAAAAAAAAAeAAAAaAAAAAAAAAAAAAAAAAAAAAAAAAAAAAAAECcAABAnAAAAAAAAAAAAAAAAAAAAAAAAAAAAAAAAAAAAAAAAAAAAABQAAAAAAAAAwMD/AAAAAABkAAAAMgAAAAAAAABkAAAAAAAAAH9/fwAKAAAAHwAAAFQAAAAAAAAFAAAAAQAAAAAAAAAAAAAAAAAAAAAAAAAAAAAAAAAAAAAAAAAAAAAAAn9/fwAAAAADzMzMAMDA/wB/f38AAAAAAAAAAAAAAAAAAAAAAAAAAAAhAAAAGAAAABQAAAByBAAA4REAAEI0AAAcGwAAEAAAACYAAAAIAAAAgQAAAAAAAAA="/>
              </a:ext>
            </a:extLst>
          </p:cNvSpPr>
          <p:nvPr>
            <p:ph idx="1"/>
          </p:nvPr>
        </p:nvSpPr>
        <p:spPr>
          <a:xfrm>
            <a:off x="722630" y="2906395"/>
            <a:ext cx="7772400" cy="1500505"/>
          </a:xfrm>
        </p:spPr>
        <p:txBody>
          <a:bodyPr vert="horz" wrap="square" lIns="91440" tIns="45720" rIns="91440" bIns="45720" numCol="1" spcCol="215900" anchor="b">
            <a:prstTxWarp prst="textNoShape">
              <a:avLst/>
            </a:prstTxWarp>
          </a:bodyPr>
          <a:lstStyle/>
          <a:p>
            <a:pPr/>
            <a:r>
              <a:t>Asıl metin tipini düzenlemek için tıklayın</a:t>
            </a:r>
          </a:p>
        </p:txBody>
      </p:sp>
      <p:sp>
        <p:nvSpPr>
          <p:cNvPr id="4" name="SlaytSayıAlanı1"/>
          <p:cNvSpPr>
            <a:spLocks noGrp="1" noChangeArrowheads="1"/>
            <a:extLst>
              <a:ext uri="smNativeData">
                <pr:smNativeData xmlns:pr="smNativeData" val="SMDATA_13_uQLjXxMAAAAlAAAAZAAAAA0AAAAAkAAAAEgAAACQAAAASAAAAAAAAAAA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WCDMMAAAAEAAAAAAAAAAAAAAAAAAAAAAAAAAeAAAAaAAAAAAAAAAAAAAAAAAAAAAAAAAAAAAAECcAABAnAAAAAAAAAAAAAAAAAAAAAAAAAAAAAAAAAAAAAAAAAAAAABQAAAAAAAAAwMD/AAAAAABkAAAAMgAAAAAAAABkAAAAAAAAAH9/fwAKAAAAHwAAAFQAAAAAAAAFAAAAAQAAAAAAAAAAAAAAAAAAAAAAAAAAAAAAAAAAAAAAAAAAAAAAAn9/fwAAAAADzMzMAMDA/wB/f38AAAAAAAAAAAAAAAAAAAAAAAAAAAAhAAAAGAAAABQAAACANAAAUCgAAFA3AADIKAAAEAAAACYAAAAIAAAAAAAAAAAAAAA="/>
              </a:ext>
            </a:extLst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 lang="tr-tr"/>
            </a:pPr>
            <a:fld id="{C095632D-55C7-473C-89AA-A36984E47FF6}" type="slidenum">
              <a:t>7</a:t>
            </a:fld>
          </a:p>
        </p:txBody>
      </p:sp>
    </p:spTree>
  </p:cSld>
  <p:clrMapOvr>
    <a:masterClrMapping/>
  </p:clrMapOvr>
</p:sldLayout>
</file>

<file path=ppt/slideLayouts/slideLayout16.xml><?xml version="1.0" encoding="utf-8"?>
<p:sldLayout xmlns:p="http://schemas.openxmlformats.org/presentationml/2006/main" xmlns:p14="http://schemas.microsoft.com/office/powerpoint/2010/main" xmlns:r="http://schemas.openxmlformats.org/officeDocument/2006/relationships" xmlns:a="http://schemas.openxmlformats.org/drawingml/2006/main" type="twoColTx">
  <p:cSld name="Başlık ve iki i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Başlığı1"/>
          <p:cNvSpPr>
            <a:spLocks noGrp="1" noChangeArrowheads="1"/>
            <a:extLst>
              <a:ext uri="smNativeData">
                <pr:smNativeData xmlns:pr="smNativeData" val="SMDATA_13_uQLjXxMAAAAlAAAAZAAAAA0AAAAAkAAAAEgAAACQAAAASAAAAAAAAAAB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CAAAAAMAAAAEAAAAAAAAAAAAAAAAAAAAAAAAAAeAAAAaAAAAAAAAAAAAAAAAAAAAAAAAAAAAAAAECcAABAnAAAAAAAAAAAAAAAAAAAAAAAAAAAAAAAAAAAAAAAAAAAAABQAAAAAAAAAwMD/AAAAAABkAAAAMgAAAAAAAABkAAAAAAAAAH9/fwAKAAAAHwAAAFQAAAAAAAAFAAAAAQAAAAAAAAAAAAAAAAAAAAAAAAAAAAAAAAAAAAAAAAAAAAAAAn9/fwAAAAADzMzMAMDA/wB/f38AAAAAAAAAAAAAAAAAAAAAAAAAAAAhAAAAGAAAABQAAADwAAAAqAAAADgxAAA4BAAAEAAAACYAAAAIAAAAAAAAAAAAAAA="/>
              </a:ext>
            </a:extLst>
          </p:cNvSpPr>
          <p:nvPr>
            <p:ph type="title"/>
          </p:nvPr>
        </p:nvSpPr>
        <p:spPr/>
        <p:txBody>
          <a:bodyPr/>
          <a:lstStyle/>
          <a:p>
            <a:pPr/>
            <a:r>
              <a:t>Asıl slayt başlığını düzenlemek için tıklayın</a:t>
            </a:r>
          </a:p>
        </p:txBody>
      </p:sp>
      <p:sp>
        <p:nvSpPr>
          <p:cNvPr id="3" name="SlaytMetni1"/>
          <p:cNvSpPr>
            <a:spLocks noGrp="1" noChangeArrowheads="1"/>
            <a:extLst>
              <a:ext uri="smNativeData">
                <pr:smNativeData xmlns:pr="smNativeData" val="SMDATA_13_uQLjXxMAAAAlAAAAZAAAAA0AAAAAkAAAAEgAAACQAAAASAAAAAAAAAAA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Ew78v8MAAAAEAAAAAAAAAAAAAAAAAAAAAAAAAAeAAAAaAAAAAAAAAAAAAAAAAAAAAAAAAAAAAAAECcAABAnAAAAAAAAAAAAAAAAAAAAAAAAAAAAAAAAAAAAAAAAAAAAABQAAAAAAAAAwMD/AAAAAABkAAAAMgAAAAAAAABkAAAAAAAAAH9/fwAKAAAAHwAAAFQAAAAAAAAFAAAAAQAAAAAAAAAAAAAAAAAAAAAAAAAAAAAAAAAAAAAAAAAAAAAAAn9/fwAAAAADzMzMAMDA/wB/f38AAAAAAAAAAAAAAAAAAAAAAAAAAAAhAAAAGAAAABQAAADQAgAA2AkAAKgbAACwJQAAEAAAACYAAAAIAAAAAYAAAAAAAAA="/>
              </a:ext>
            </a:extLst>
          </p:cNvSpPr>
          <p:nvPr>
            <p:ph sz="half" idx="1"/>
          </p:nvPr>
        </p:nvSpPr>
        <p:spPr>
          <a:xfrm>
            <a:off x="457200" y="1600200"/>
            <a:ext cx="4038600" cy="4526280"/>
          </a:xfrm>
        </p:spPr>
        <p:txBody>
          <a:bodyPr/>
          <a:lstStyle/>
          <a:p>
            <a:pPr/>
            <a:r>
              <a:t>Asıl metin tipini düzenlemek için tıklayın</a:t>
            </a:r>
          </a:p>
          <a:p>
            <a:pPr lvl="1"/>
            <a:r>
              <a:t>İkinci seviye</a:t>
            </a:r>
          </a:p>
          <a:p>
            <a:pPr lvl="2"/>
            <a:r>
              <a:t>Üçüncü seviye</a:t>
            </a:r>
          </a:p>
          <a:p>
            <a:pPr lvl="3"/>
            <a:r>
              <a:t>Dördüncü seviye</a:t>
            </a:r>
          </a:p>
          <a:p>
            <a:pPr lvl="4"/>
            <a:r>
              <a:t>Beşinci seviye</a:t>
            </a:r>
          </a:p>
        </p:txBody>
      </p:sp>
      <p:sp>
        <p:nvSpPr>
          <p:cNvPr id="4" name="SlaytMetni2"/>
          <p:cNvSpPr>
            <a:spLocks noGrp="1" noChangeArrowheads="1"/>
            <a:extLst>
              <a:ext uri="smNativeData">
                <pr:smNativeData xmlns:pr="smNativeData" val="SMDATA_13_uQLjXxMAAAAlAAAAZAAAAA8AAAAAkAAAAEgAAACQAAAASAAAAAAAAAAA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GYMAAAAEAAAAAAAAAAAAAAAAAAAAAAAAAAeAAAAaAAAAAAAAAAAAAAAAAAAAAAAAAAAAAAAECcAABAnAAAAAAAAAAAAAAAAAAAAAAAAAAAAAAAAAAAAAAAAAAAAABQAAAAAAAAAwMD/AAAAAABkAAAAMgAAAAAAAABkAAAAAAAAAH9/fwAKAAAAHwAAAFQAAAAAAAAFAAAAAQAAAAAAAAAAAAAAAAAAAAAAAAAAAAAAAAAAAAAAAAAAAAAAAn9/fwAAAAADzMzMAMDA/wB/f38AAAAAAAAAAAAAAAAAAAAAAAAAAAAhAAAAGAAAABQAAACYHAAA2AkAAHA1AACwJQAAAAAAACYAAAAIAAAAAYAAAAAAAAA="/>
              </a:ext>
            </a:extLst>
          </p:cNvSpPr>
          <p:nvPr>
            <p:ph sz="half" idx="2"/>
          </p:nvPr>
        </p:nvSpPr>
        <p:spPr>
          <a:xfrm>
            <a:off x="4648200" y="1600200"/>
            <a:ext cx="4038600" cy="4526280"/>
          </a:xfrm>
        </p:spPr>
        <p:txBody>
          <a:bodyPr/>
          <a:lstStyle/>
          <a:p>
            <a:pPr/>
            <a:r>
              <a:t>Asıl metin tipini düzenlemek için tıklayın</a:t>
            </a:r>
          </a:p>
          <a:p>
            <a:pPr lvl="1"/>
            <a:r>
              <a:t>İkinci seviye</a:t>
            </a:r>
          </a:p>
          <a:p>
            <a:pPr lvl="2"/>
            <a:r>
              <a:t>Üçüncü seviye</a:t>
            </a:r>
          </a:p>
          <a:p>
            <a:pPr lvl="3"/>
            <a:r>
              <a:t>Dördüncü seviye</a:t>
            </a:r>
          </a:p>
          <a:p>
            <a:pPr lvl="4"/>
            <a:r>
              <a:t>Beşinci seviye</a:t>
            </a:r>
          </a:p>
        </p:txBody>
      </p:sp>
      <p:sp>
        <p:nvSpPr>
          <p:cNvPr id="5" name="SlaytSayıAlanı1"/>
          <p:cNvSpPr>
            <a:spLocks noGrp="1" noChangeArrowheads="1"/>
            <a:extLst>
              <a:ext uri="smNativeData">
                <pr:smNativeData xmlns:pr="smNativeData" val="SMDATA_13_uQLjXxMAAAAlAAAAZAAAAA0AAAAAkAAAAEgAAACQAAAASAAAAAAAAAAA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FlAAQAMAAAAEAAAAAAAAAAAAAAAAAAAAAAAAAAeAAAAaAAAAAAAAAAAAAAAAAAAAAAAAAAAAAAAECcAABAnAAAAAAAAAAAAAAAAAAAAAAAAAAAAAAAAAAAAAAAAAAAAABQAAAAAAAAAwMD/AAAAAABkAAAAMgAAAAAAAABkAAAAAAAAAH9/fwAKAAAAHwAAAFQAAAAAAAAFAAAAAQAAAAAAAAAAAAAAAAAAAAAAAAAAAAAAAAAAAAAAAAAAAAAAAn9/fwAAAAADzMzMAMDA/wB/f38AAAAAAAAAAAAAAAAAAAAAAAAAAAAhAAAAGAAAABQAAACANAAAUCgAAFA3AADIKAAAEAAAACYAAAAIAAAAAAAAAAAAAAA="/>
              </a:ext>
            </a:extLst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 lang="tr-tr"/>
            </a:pPr>
            <a:fld id="{C095632D-61E7-F024-A91D-97719C535FC2}" type="slidenum">
              <a:t>7</a:t>
            </a:fld>
          </a:p>
        </p:txBody>
      </p:sp>
    </p:spTree>
  </p:cSld>
  <p:clrMapOvr>
    <a:masterClrMapping/>
  </p:clrMapOvr>
</p:sldLayout>
</file>

<file path=ppt/slideLayouts/slideLayout17.xml><?xml version="1.0" encoding="utf-8"?>
<p:sldLayout xmlns:p="http://schemas.openxmlformats.org/presentationml/2006/main" xmlns:p14="http://schemas.microsoft.com/office/powerpoint/2010/main" xmlns:r="http://schemas.openxmlformats.org/officeDocument/2006/relationships" xmlns:a="http://schemas.openxmlformats.org/drawingml/2006/main" type="twoTxTwoObj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Başlığı1"/>
          <p:cNvSpPr>
            <a:spLocks noGrp="1" noChangeArrowheads="1"/>
            <a:extLst>
              <a:ext uri="smNativeData">
                <pr:smNativeData xmlns:pr="smNativeData" val="SMDATA_13_uQLjXxMAAAAlAAAAZAAAAA0AAAAAkAAAAEgAAACQAAAASAAAAAAAAAAB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GxAAQAMAAAAEAAAAAAAAAAAAAAAAAAAAAAAAAAeAAAAaAAAAAAAAAAAAAAAAAAAAAAAAAAAAAAAECcAABAnAAAAAAAAAAAAAAAAAAAAAAAAAAAAAAAAAAAAAAAAAAAAABQAAAAAAAAAwMD/AAAAAABkAAAAMgAAAAAAAABkAAAAAAAAAH9/fwAKAAAAHwAAAFQAAAAAAAAFAAAAAQAAAAAAAAAAAAAAAAAAAAAAAAAAAAAAAAAAAAAAAAAAAAAAAn9/fwAAAAADzMzMAMDA/wB/f38AAAAAAAAAAAAAAAAAAAAAAAAAAAAhAAAAGAAAABQAAADwAAAAqAAAADgxAAA4BAAAEAAAACYAAAAIAAAAAAAAAAAAAAA="/>
              </a:ext>
            </a:extLst>
          </p:cNvSpPr>
          <p:nvPr>
            <p:ph type="title"/>
          </p:nvPr>
        </p:nvSpPr>
        <p:spPr/>
        <p:txBody>
          <a:bodyPr/>
          <a:lstStyle/>
          <a:p>
            <a:pPr/>
            <a:r>
              <a:t>Asıl slayt başlığını düzenlemek için tıklayın</a:t>
            </a:r>
          </a:p>
        </p:txBody>
      </p:sp>
      <p:sp>
        <p:nvSpPr>
          <p:cNvPr id="3" name="SlaytMetni2"/>
          <p:cNvSpPr>
            <a:spLocks noGrp="1" noChangeArrowheads="1"/>
            <a:extLst>
              <a:ext uri="smNativeData">
                <pr:smNativeData xmlns:pr="smNativeData" val="SMDATA_13_uQLjXxMAAAAlAAAAZAAAAA0AAAAAkAAAAEgAAACQAAAASAAAAAAAAAAC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MAAAAEAAAAAAAAAAAAAAAAAAAAAAAAAAeAAAAaAAAAAAAAAAAAAAAAAAAAAAAAAAAAAAAECcAABAnAAAAAAAAAAAAAAAAAAAAAAAAAAAAAAAAAAAAAAAAAAAAABQAAAAAAAAAwMD/AAAAAABkAAAAMgAAAAAAAABkAAAAAAAAAH9/fwAKAAAAHwAAAFQAAAAAAAAFAAAAAQAAAAAAAAAAAAAAAAAAAAAAAAAAAAAAAAAAAAAAAAAAAAAAAn9/fwAAAAADzMzMAMDA/wB/f38AAAAAAAAAAAAAAAAAAAAAAAAAAAAhAAAAGAAAABQAAADQAgAAcQkAAKobAABhDQAAEAAAACYAAAAIAAAAgQAAAAAAAAA="/>
              </a:ext>
            </a:extLst>
          </p:cNvSpPr>
          <p:nvPr>
            <p:ph idx="1"/>
          </p:nvPr>
        </p:nvSpPr>
        <p:spPr>
          <a:xfrm>
            <a:off x="457200" y="1534795"/>
            <a:ext cx="4039870" cy="640080"/>
          </a:xfrm>
        </p:spPr>
        <p:txBody>
          <a:bodyPr vert="horz" wrap="square" lIns="91440" tIns="45720" rIns="91440" bIns="45720" numCol="1" spcCol="215900" anchor="b">
            <a:prstTxWarp prst="textNoShape">
              <a:avLst/>
            </a:prstTxWarp>
          </a:bodyPr>
          <a:lstStyle/>
          <a:p>
            <a:pPr/>
            <a:r>
              <a:t>Asıl metin tipini düzenlemek için tıklayın</a:t>
            </a:r>
          </a:p>
        </p:txBody>
      </p:sp>
      <p:sp>
        <p:nvSpPr>
          <p:cNvPr id="4" name="SlaytMetni1"/>
          <p:cNvSpPr>
            <a:spLocks noGrp="1" noChangeArrowheads="1"/>
            <a:extLst>
              <a:ext uri="smNativeData">
                <pr:smNativeData xmlns:pr="smNativeData" val="SMDATA_13_uQLjXxMAAAAlAAAAZAAAAA8AAAAAkAAAAEgAAACQAAAASAAAAAAAAAAA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P////8MAAAAEAAAAAAAAAAAAAAAAAAAAAAAAAAeAAAAaAAAAAAAAAAAAAAAAAAAAAAAAAAAAAAAECcAABAnAAAAAAAAAAAAAAAAAAAAAAAAAAAAAAAAAAAAAAAAAAAAABQAAAAAAAAAwMD/AAAAAABkAAAAMgAAAAAAAABkAAAAAAAAAH9/fwAKAAAAHwAAAFQAAAAAAAAFAAAAAQAAAAAAAAAAAAAAAAAAAAAAAAAAAAAAAAAAAAAAAAAAAAAAAn9/fwAAAAADzMzMAMDA/wB/f38AAAAAAAAAAAAAAAAAAAAAAAAAAAAhAAAAGAAAABQAAADQAgAAYQ0AAKobAACwJQAAAAAAACYAAAAIAAAAAYAAAAAAAAA="/>
              </a:ext>
            </a:extLst>
          </p:cNvSpPr>
          <p:nvPr>
            <p:ph sz="half" idx="2"/>
          </p:nvPr>
        </p:nvSpPr>
        <p:spPr>
          <a:xfrm>
            <a:off x="457200" y="2174875"/>
            <a:ext cx="4039870" cy="3951605"/>
          </a:xfrm>
        </p:spPr>
        <p:txBody>
          <a:bodyPr/>
          <a:lstStyle/>
          <a:p>
            <a:pPr/>
            <a:r>
              <a:t>Asıl metin tipini düzenlemek için tıklayın</a:t>
            </a:r>
          </a:p>
          <a:p>
            <a:pPr lvl="1"/>
            <a:r>
              <a:t>İkinci seviye</a:t>
            </a:r>
          </a:p>
          <a:p>
            <a:pPr lvl="2"/>
            <a:r>
              <a:t>Üçüncü seviye</a:t>
            </a:r>
          </a:p>
          <a:p>
            <a:pPr lvl="3"/>
            <a:r>
              <a:t>Dördüncü seviye</a:t>
            </a:r>
          </a:p>
          <a:p>
            <a:pPr lvl="4"/>
            <a:r>
              <a:t>Beşinci seviye</a:t>
            </a:r>
          </a:p>
        </p:txBody>
      </p:sp>
      <p:sp>
        <p:nvSpPr>
          <p:cNvPr id="5" name="SlaytMetni4"/>
          <p:cNvSpPr>
            <a:spLocks noGrp="1" noChangeArrowheads="1"/>
            <a:extLst>
              <a:ext uri="smNativeData">
                <pr:smNativeData xmlns:pr="smNativeData" val="SMDATA_13_uQLjXxMAAAAlAAAAZAAAAA8AAAAAkAAAAEgAAACQAAAASAAAAAAAAAAC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MAAAAEAAAAAAAAAAAAAAAAAAAAAAAAAAeAAAAaAAAAAAAAAAAAAAAAAAAAAAAAAAAAAAAECcAABAnAAAAAAAAAAAAAAAAAAAAAAAAAAAAAAAAAAAAAAAAAAAAABQAAAAAAAAAwMD/AAAAAABkAAAAMgAAAAAAAABkAAAAAAAAAH9/fwAKAAAAHwAAAFQAAAAAAAAFAAAAAQAAAAAAAAAAAAAAAAAAAAAAAAAAAAAAAAAAAAAAAAAAAAAAAn9/fwAAAAADzMzMAMDA/wB/f38AAAAAAAAAAAAAAAAAAAAAAAAAAAAhAAAAGAAAABQAAACWHAAAcQkAAHA1AABhDQAAAAAAACYAAAAIAAAAgQAAAAAAAAA="/>
              </a:ext>
            </a:extLst>
          </p:cNvSpPr>
          <p:nvPr>
            <p:ph idx="3"/>
          </p:nvPr>
        </p:nvSpPr>
        <p:spPr>
          <a:xfrm>
            <a:off x="4646930" y="1534795"/>
            <a:ext cx="4039870" cy="640080"/>
          </a:xfrm>
        </p:spPr>
        <p:txBody>
          <a:bodyPr vert="horz" wrap="square" lIns="91440" tIns="45720" rIns="91440" bIns="45720" numCol="1" spcCol="215900" anchor="b">
            <a:prstTxWarp prst="textNoShape">
              <a:avLst/>
            </a:prstTxWarp>
          </a:bodyPr>
          <a:lstStyle/>
          <a:p>
            <a:pPr/>
            <a:r>
              <a:t>Asıl metin tipini düzenlemek için tıklayın</a:t>
            </a:r>
          </a:p>
        </p:txBody>
      </p:sp>
      <p:sp>
        <p:nvSpPr>
          <p:cNvPr id="6" name="SlaytMetni3"/>
          <p:cNvSpPr>
            <a:spLocks noGrp="1" noChangeArrowheads="1"/>
            <a:extLst>
              <a:ext uri="smNativeData">
                <pr:smNativeData xmlns:pr="smNativeData" val="SMDATA_13_uQLjXxMAAAAlAAAAZAAAAA8AAAAAkAAAAEgAAACQAAAASAAAAAAAAAAA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GF0ZG0MAAAAEAAAAAAAAAAAAAAAAAAAAAAAAAAeAAAAaAAAAAAAAAAAAAAAAAAAAAAAAAAAAAAAECcAABAnAAAAAAAAAAAAAAAAAAAAAAAAAAAAAAAAAAAAAAAAAAAAABQAAAAAAAAAwMD/AAAAAABkAAAAMgAAAAAAAABkAAAAAAAAAH9/fwAKAAAAHwAAAFQAAAAAAAAFAAAAAQAAAAAAAAAAAAAAAAAAAAAAAAAAAAAAAAAAAAAAAAAAAAAAAn9/fwAAAAADzMzMAMDA/wB/f38AAAAAAAAAAAAAAAAAAAAAAAAAAAAhAAAAGAAAABQAAACWHAAAYQ0AAHA1AACwJQAAAAAAACYAAAAIAAAAAYAAAAAAAAA="/>
              </a:ext>
            </a:extLst>
          </p:cNvSpPr>
          <p:nvPr>
            <p:ph sz="half" idx="4"/>
          </p:nvPr>
        </p:nvSpPr>
        <p:spPr>
          <a:xfrm>
            <a:off x="4646930" y="2174875"/>
            <a:ext cx="4039870" cy="3951605"/>
          </a:xfrm>
        </p:spPr>
        <p:txBody>
          <a:bodyPr/>
          <a:lstStyle/>
          <a:p>
            <a:pPr/>
            <a:r>
              <a:t>Asıl metin tipini düzenlemek için tıklayın</a:t>
            </a:r>
          </a:p>
          <a:p>
            <a:pPr lvl="1"/>
            <a:r>
              <a:t>İkinci seviye</a:t>
            </a:r>
          </a:p>
          <a:p>
            <a:pPr lvl="2"/>
            <a:r>
              <a:t>Üçüncü seviye</a:t>
            </a:r>
          </a:p>
          <a:p>
            <a:pPr lvl="3"/>
            <a:r>
              <a:t>Dördüncü seviye</a:t>
            </a:r>
          </a:p>
          <a:p>
            <a:pPr lvl="4"/>
            <a:r>
              <a:t>Beşinci seviye</a:t>
            </a:r>
          </a:p>
        </p:txBody>
      </p:sp>
      <p:sp>
        <p:nvSpPr>
          <p:cNvPr id="7" name="SlaytSayıAlanı1"/>
          <p:cNvSpPr>
            <a:spLocks noGrp="1" noChangeArrowheads="1"/>
            <a:extLst>
              <a:ext uri="smNativeData">
                <pr:smNativeData xmlns:pr="smNativeData" val="SMDATA_13_uQLjXxMAAAAlAAAAZAAAAA0AAAAAkAAAAEgAAACQAAAASAAAAAAAAAAA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L2FAQAMAAAAEAAAAAAAAAAAAAAAAAAAAAAAAAAeAAAAaAAAAAAAAAAAAAAAAAAAAAAAAAAAAAAAECcAABAnAAAAAAAAAAAAAAAAAAAAAAAAAAAAAAAAAAAAAAAAAAAAABQAAAAAAAAAwMD/AAAAAABkAAAAMgAAAAAAAABkAAAAAAAAAH9/fwAKAAAAHwAAAFQAAAAAAAAFAAAAAQAAAAAAAAAAAAAAAAAAAAAAAAAAAAAAAAAAAAAAAAAAAAAAAn9/fwAAAAADzMzMAMDA/wB/f38AAAAAAAAAAAAAAAAAAAAAAAAAAAAhAAAAGAAAABQAAACANAAAUCgAAFA3AADIKAAAEAAAACYAAAAIAAAAAAAAAAAAAAA="/>
              </a:ext>
            </a:extLst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 lang="tr-tr"/>
            </a:pPr>
            <a:fld id="{C095632D-5AC4-631E-8A8E-AC4BA6C07CF9}" type="slidenum">
              <a:t>7</a:t>
            </a:fld>
          </a:p>
        </p:txBody>
      </p:sp>
    </p:spTree>
  </p:cSld>
  <p:clrMapOvr>
    <a:masterClrMapping/>
  </p:clrMapOvr>
</p:sldLayout>
</file>

<file path=ppt/slideLayouts/slideLayout18.xml><?xml version="1.0" encoding="utf-8"?>
<p:sldLayout xmlns:p="http://schemas.openxmlformats.org/presentationml/2006/main" xmlns:p14="http://schemas.microsoft.com/office/powerpoint/2010/main" xmlns:r="http://schemas.openxmlformats.org/officeDocument/2006/relationships" xmlns:a="http://schemas.openxmlformats.org/drawingml/2006/main" type="titleOnly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Başlığı1"/>
          <p:cNvSpPr>
            <a:spLocks noGrp="1" noChangeArrowheads="1"/>
            <a:extLst>
              <a:ext uri="smNativeData">
                <pr:smNativeData xmlns:pr="smNativeData" val="SMDATA_13_uQLjXxMAAAAlAAAAZAAAAA0AAAAAkAAAAEgAAACQAAAASAAAAAAAAAAB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MX//+MMAAAAEAAAAAAAAAAAAAAAAAAAAAAAAAAeAAAAaAAAAAAAAAAAAAAAAAAAAAAAAAAAAAAAECcAABAnAAAAAAAAAAAAAAAAAAAAAAAAAAAAAAAAAAAAAAAAAAAAABQAAAAAAAAAwMD/AAAAAABkAAAAMgAAAAAAAABkAAAAAAAAAH9/fwAKAAAAHwAAAFQAAAAAAAAFAAAAAQAAAAAAAAAAAAAAAAAAAAAAAAAAAAAAAAAAAAAAAAAAAAAAAn9/fwAAAAADzMzMAMDA/wB/f38AAAAAAAAAAAAAAAAAAAAAAAAAAAAhAAAAGAAAABQAAADwAAAAqAAAADgxAAA4BAAAEAAAACYAAAAIAAAAAAAAAAAAAAA="/>
              </a:ext>
            </a:extLst>
          </p:cNvSpPr>
          <p:nvPr>
            <p:ph type="title"/>
          </p:nvPr>
        </p:nvSpPr>
        <p:spPr/>
        <p:txBody>
          <a:bodyPr/>
          <a:lstStyle/>
          <a:p>
            <a:pPr/>
            <a:r>
              <a:t>Asıl slayt başlığını düzenlemek için tıklayın</a:t>
            </a:r>
          </a:p>
        </p:txBody>
      </p:sp>
      <p:sp>
        <p:nvSpPr>
          <p:cNvPr id="3" name="SlaytSayıAlanı1"/>
          <p:cNvSpPr>
            <a:spLocks noGrp="1" noChangeArrowheads="1"/>
            <a:extLst>
              <a:ext uri="smNativeData">
                <pr:smNativeData xmlns:pr="smNativeData" val="SMDATA_13_uQLjXxMAAAAlAAAAZAAAAA0AAAAAkAAAAEgAAACQAAAASAAAAAAAAAAA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MAAAAEAAAAAAAAAAAAAAAAAAAAAAAAAAeAAAAaAAAAAAAAAAAAAAAAAAAAAAAAAAAAAAAECcAABAnAAAAAAAAAAAAAAAAAAAAAAAAAAAAAAAAAAAAAAAAAAAAABQAAAAAAAAAwMD/AAAAAABkAAAAMgAAAAAAAABkAAAAAAAAAH9/fwAKAAAAHwAAAFQAAAAAAAAFAAAAAQAAAAAAAAAAAAAAAAAAAAAAAAAAAAAAAAAAAAAAAAAAAAAAAn9/fwAAAAADzMzMAMDA/wB/f38AAAAAAAAAAAAAAAAAAAAAAAAAAAAhAAAAGAAAABQAAACANAAAUCgAAFA3AADIKAAAEAAAACYAAAAIAAAAAAAAAAAAAAA="/>
              </a:ext>
            </a:extLst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 lang="tr-tr"/>
            </a:pPr>
            <a:fld id="{C095632D-5BD3-6EC1-9D83-AD9479CD6BF8}" type="slidenum">
              <a:t>7</a:t>
            </a:fld>
          </a:p>
        </p:txBody>
      </p:sp>
    </p:spTree>
  </p:cSld>
  <p:clrMapOvr>
    <a:masterClrMapping/>
  </p:clrMapOvr>
</p:sldLayout>
</file>

<file path=ppt/slideLayouts/slideLayout19.xml><?xml version="1.0" encoding="utf-8"?>
<p:sldLayout xmlns:p="http://schemas.openxmlformats.org/presentationml/2006/main" xmlns:p14="http://schemas.microsoft.com/office/powerpoint/2010/main" xmlns:r="http://schemas.openxmlformats.org/officeDocument/2006/relationships" xmlns:a="http://schemas.openxmlformats.org/drawingml/2006/main" type="blank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SayıAlanı1"/>
          <p:cNvSpPr>
            <a:spLocks noGrp="1" noChangeArrowheads="1"/>
            <a:extLst>
              <a:ext uri="smNativeData">
                <pr:smNativeData xmlns:pr="smNativeData" val="SMDATA_13_uQLjXxMAAAAlAAAAZAAAAA0AAAAAkAAAAEgAAACQAAAASAAAAAAAAAAA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L/8MAAAAEAAAAAAAAAAAAAAAAAAAAAAAAAAeAAAAaAAAAAAAAAAAAAAAAAAAAAAAAAAAAAAAECcAABAnAAAAAAAAAAAAAAAAAAAAAAAAAAAAAAAAAAAAAAAAAAAAABQAAAAAAAAAwMD/AAAAAABkAAAAMgAAAAAAAABkAAAAAAAAAH9/fwAKAAAAHwAAAFQAAAAAAAAFAAAAAQAAAAAAAAAAAAAAAAAAAAAAAAAAAAAAAAAAAAAAAAAAAAAAAn9/fwAAAAADzMzMAMDA/wB/f38AAAAAAAAAAAAAAAAAAAAAAAAAAAAhAAAAGAAAABQAAACANAAAUCgAAFA3AADIKAAAEAAAACYAAAAIAAAAAAAAAAAAAAA="/>
              </a:ext>
            </a:extLst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 lang="tr-tr"/>
            </a:pPr>
            <a:fld id="{C095632D-CB88-409A-C6AD-3DCF22E33068}" type="slidenum">
              <a:t>7</a:t>
            </a:fld>
          </a:p>
        </p:txBody>
      </p:sp>
    </p:spTree>
  </p:cSld>
  <p:clrMapOvr>
    <a:masterClrMapping/>
  </p:clrMapOvr>
</p:sldLayout>
</file>

<file path=ppt/slideLayouts/slideLayout20.xml><?xml version="1.0" encoding="utf-8"?>
<p:sldLayout xmlns:p="http://schemas.openxmlformats.org/presentationml/2006/main" xmlns:p14="http://schemas.microsoft.com/office/powerpoint/2010/main" xmlns:r="http://schemas.openxmlformats.org/officeDocument/2006/relationships" xmlns:a="http://schemas.openxmlformats.org/drawingml/2006/main" type="objTx">
  <p:cSld name="Başlıklı i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Başlığı1"/>
          <p:cNvSpPr>
            <a:spLocks noGrp="1" noChangeArrowheads="1"/>
            <a:extLst>
              <a:ext uri="smNativeData">
                <pr:smNativeData xmlns:pr="smNativeData" val="SMDATA_13_uQLjXxMAAAAlAAAAZAAAAA0AAAAAkAAAAEgAAACQAAAASAAAAAAAAAAC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MAAAAEAAAAAAAAAAAAAAAAAAAAAAAAAAeAAAAaAAAAAAAAAAAAAAAAAAAAAAAAAAAAAAAECcAABAnAAAAAAAAAAAAAAAAAAAAAAAAAAAAAAAAAAAAAAAAAAAAABQAAAAAAAAAwMD/AAAAAABkAAAAMgAAAAAAAABkAAAAAAAAAH9/fwAKAAAAHwAAAFQAAAAAAAAFAAAAAQAAAAAAAAAAAAAAAAAAAAAAAAAAAAAAAAAAAAAAAAAAAAAAAn9/fwAAAAADzMzMAMDA/wB/f38AAAAAAAAAAAAAAAAAAAAAAAAAAAAhAAAAGAAAABQAAADQAgAArgEAAFIVAADUCAAAEAAAACYAAAAIAAAAgQAAAAAAAAA="/>
              </a:ext>
            </a:extLst>
          </p:cNvSpPr>
          <p:nvPr>
            <p:ph type="title"/>
          </p:nvPr>
        </p:nvSpPr>
        <p:spPr>
          <a:xfrm>
            <a:off x="457200" y="273050"/>
            <a:ext cx="3008630" cy="1162050"/>
          </a:xfrm>
        </p:spPr>
        <p:txBody>
          <a:bodyPr vert="horz" wrap="square" lIns="91440" tIns="45720" rIns="91440" bIns="45720" numCol="1" spcCol="215900" anchor="b">
            <a:prstTxWarp prst="textNoShape">
              <a:avLst/>
            </a:prstTxWarp>
          </a:bodyPr>
          <a:lstStyle/>
          <a:p>
            <a:pPr/>
            <a:r>
              <a:t>Asıl slayt başlığını düzenlemek için tıklayın</a:t>
            </a:r>
          </a:p>
        </p:txBody>
      </p:sp>
      <p:sp>
        <p:nvSpPr>
          <p:cNvPr id="3" name="SlaytMetni1"/>
          <p:cNvSpPr>
            <a:spLocks noGrp="1" noChangeArrowheads="1"/>
            <a:extLst>
              <a:ext uri="smNativeData">
                <pr:smNativeData xmlns:pr="smNativeData" val="SMDATA_13_uQLjXxMAAAAlAAAAZAAAAA0AAAAAkAAAAEgAAACQAAAASAAAAAAAAAAA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GxpYy4MAAAAEAAAAAAAAAAAAAAAAAAAAAAAAAAeAAAAaAAAAAAAAAAAAAAAAAAAAAAAAAAAAAAAECcAABAnAAAAAAAAAAAAAAAAAAAAAAAAAAAAAAAAAAAAAAAAAAAAABQAAAAAAAAAwMD/AAAAAABkAAAAMgAAAAAAAABkAAAAAAAAAH9/fwAKAAAAHwAAAFQAAAAAAAAFAAAAAQAAAAAAAAAAAAAAAAAAAAAAAAAAAAAAAAAAAAAAAAAAAAAAAn9/fwAAAAADzMzMAMDA/wB/f38AAAAAAAAAAAAAAAAAAAAAAAAAAAAhAAAAGAAAABQAAAD+FQAArgEAAHA1AACwJQAAEAAAACYAAAAIAAAAAYAAAAAAAAA="/>
              </a:ext>
            </a:extLst>
          </p:cNvSpPr>
          <p:nvPr>
            <p:ph idx="1"/>
          </p:nvPr>
        </p:nvSpPr>
        <p:spPr>
          <a:xfrm>
            <a:off x="3575050" y="273050"/>
            <a:ext cx="5111750" cy="5853430"/>
          </a:xfrm>
        </p:spPr>
        <p:txBody>
          <a:bodyPr/>
          <a:lstStyle/>
          <a:p>
            <a:pPr/>
            <a:r>
              <a:t>Asıl metin tipini düzenlemek için tıklayın</a:t>
            </a:r>
          </a:p>
          <a:p>
            <a:pPr lvl="1"/>
            <a:r>
              <a:t>İkinci seviye</a:t>
            </a:r>
          </a:p>
          <a:p>
            <a:pPr lvl="2"/>
            <a:r>
              <a:t>Üçüncü seviye</a:t>
            </a:r>
          </a:p>
          <a:p>
            <a:pPr lvl="3"/>
            <a:r>
              <a:t>Dördüncü seviye</a:t>
            </a:r>
          </a:p>
          <a:p>
            <a:pPr lvl="4"/>
            <a:r>
              <a:t>Beşinci seviye</a:t>
            </a:r>
          </a:p>
        </p:txBody>
      </p:sp>
      <p:sp>
        <p:nvSpPr>
          <p:cNvPr id="4" name="SlaytMetni2"/>
          <p:cNvSpPr>
            <a:spLocks noGrp="1" noChangeArrowheads="1"/>
            <a:extLst>
              <a:ext uri="smNativeData">
                <pr:smNativeData xmlns:pr="smNativeData" val="SMDATA_13_uQLjXxMAAAAlAAAAZAAAAA8AAAAAkAAAAEgAAACQAAAASAAAAAAAAAAA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C5wcmUMAAAAEAAAAAAAAAAAAAAAAAAAAAAAAAAeAAAAaAAAAAAAAAAAAAAAAAAAAAAAAAAAAAAAECcAABAnAAAAAAAAAAAAAAAAAAAAAAAAAAAAAAAAAAAAAAAAAAAAABQAAAAAAAAAwMD/AAAAAABkAAAAMgAAAAAAAABkAAAAAAAAAH9/fwAKAAAAHwAAAFQAAAAAAAAFAAAAAQAAAAAAAAAAAAAAAAAAAAAAAAAAAAAAAAAAAAAAAAAAAAAAAn9/fwAAAAADzMzMAMDA/wB/f38AAAAAAAAAAAAAAAAAAAAAAAAAAAAhAAAAGAAAABQAAADQAgAA1AgAAFIVAACwJQAAAAAAACYAAAAIAAAAAQAAAAAAAAA="/>
              </a:ext>
            </a:extLst>
          </p:cNvSpPr>
          <p:nvPr>
            <p:ph sz="half" idx="2"/>
          </p:nvPr>
        </p:nvSpPr>
        <p:spPr>
          <a:xfrm>
            <a:off x="457200" y="1435100"/>
            <a:ext cx="3008630" cy="4691380"/>
          </a:xfrm>
        </p:spPr>
        <p:txBody>
          <a:bodyPr/>
          <a:lstStyle/>
          <a:p>
            <a:pPr/>
            <a:r>
              <a:t>Asıl metin tipini düzenlemek için tıklayın</a:t>
            </a:r>
          </a:p>
        </p:txBody>
      </p:sp>
      <p:sp>
        <p:nvSpPr>
          <p:cNvPr id="5" name="SlaytSayıAlanı1"/>
          <p:cNvSpPr>
            <a:spLocks noGrp="1" noChangeArrowheads="1"/>
            <a:extLst>
              <a:ext uri="smNativeData">
                <pr:smNativeData xmlns:pr="smNativeData" val="SMDATA_13_uQLjXxMAAAAlAAAAZAAAAA0AAAAAkAAAAEgAAACQAAAASAAAAAAAAAAA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8BAAAMAAAAEAAAAAAAAAAAAAAAAAAAAAAAAAAeAAAAaAAAAAAAAAAAAAAAAAAAAAAAAAAAAAAAECcAABAnAAAAAAAAAAAAAAAAAAAAAAAAAAAAAAAAAAAAAAAAAAAAABQAAAAAAAAAwMD/AAAAAABkAAAAMgAAAAAAAABkAAAAAAAAAH9/fwAKAAAAHwAAAFQAAAAAAAAFAAAAAQAAAAAAAAAAAAAAAAAAAAAAAAAAAAAAAAAAAAAAAAAAAAAAAn9/fwAAAAADzMzMAMDA/wB/f38AAAAAAAAAAAAAAAAAAAAAAAAAAAAhAAAAGAAAABQAAACANAAAUCgAAFA3AADIKAAAEAAAACYAAAAIAAAAAAAAAAAAAAA="/>
              </a:ext>
            </a:extLst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 lang="tr-tr"/>
            </a:pPr>
            <a:fld id="{C095632D-5393-32FD-DDDF-A5A845912BF0}" type="slidenum">
              <a:t>7</a:t>
            </a:fld>
          </a:p>
        </p:txBody>
      </p:sp>
    </p:spTree>
  </p:cSld>
  <p:clrMapOvr>
    <a:masterClrMapping/>
  </p:clrMapOvr>
</p:sldLayout>
</file>

<file path=ppt/slideLayouts/slideLayout21.xml><?xml version="1.0" encoding="utf-8"?>
<p:sldLayout xmlns:p="http://schemas.openxmlformats.org/presentationml/2006/main" xmlns:p14="http://schemas.microsoft.com/office/powerpoint/2010/main" xmlns:r="http://schemas.openxmlformats.org/officeDocument/2006/relationships" xmlns:a="http://schemas.openxmlformats.org/drawingml/2006/main" type="picTx">
  <p:cSld name="Başlık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Başlığı1"/>
          <p:cNvSpPr>
            <a:spLocks noGrp="1" noChangeArrowheads="1"/>
            <a:extLst>
              <a:ext uri="smNativeData">
                <pr:smNativeData xmlns:pr="smNativeData" val="SMDATA_13_uQLjXxMAAAAlAAAAZAAAAA0AAAAAkAAAAEgAAACQAAAASAAAAAAAAAAC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MAAAAEAAAAAAAAAAAAAAAAAAAAAAAAAAeAAAAaAAAAAAAAAAAAAAAAAAAAAAAAAAAAAAAECcAABAnAAAAAAAAAAAAAAAAAAAAAAAAAAAAAAAAAAAAAAAAAAAAABQAAAAAAAAAwMD/AAAAAABkAAAAMgAAAAAAAABkAAAAAAAAAH9/fwAKAAAAHwAAAFQAAAAAAAAFAAAAAQAAAAAAAAAAAAAAAAAAAAAAAAAAAAAAAAAAAAAAAAAAAAAAAn9/fwAAAAADzMzMAMDA/wB/f38AAAAAAAAAAAAAAAAAAAAAAAAAAAAhAAAAGAAAABQAAAAGCwAAiB0AAMYsAAAEIQAAEAAAACYAAAAIAAAAgQAAAAAAAAA="/>
              </a:ext>
            </a:extLst>
          </p:cNvSpPr>
          <p:nvPr>
            <p:ph type="title"/>
          </p:nvPr>
        </p:nvSpPr>
        <p:spPr>
          <a:xfrm>
            <a:off x="1791970" y="4800600"/>
            <a:ext cx="5486400" cy="566420"/>
          </a:xfrm>
        </p:spPr>
        <p:txBody>
          <a:bodyPr vert="horz" wrap="square" lIns="91440" tIns="45720" rIns="91440" bIns="45720" numCol="1" spcCol="215900" anchor="b">
            <a:prstTxWarp prst="textNoShape">
              <a:avLst/>
            </a:prstTxWarp>
          </a:bodyPr>
          <a:lstStyle/>
          <a:p>
            <a:pPr/>
            <a:r>
              <a:t>Asıl slayt başlığını düzenlemek için tıklayın</a:t>
            </a:r>
          </a:p>
        </p:txBody>
      </p:sp>
      <p:sp>
        <p:nvSpPr>
          <p:cNvPr id="3" name="SlaytMetni1"/>
          <p:cNvSpPr>
            <a:spLocks noGrp="1" noChangeArrowheads="1"/>
            <a:extLst>
              <a:ext uri="smNativeData">
                <pr:smNativeData xmlns:pr="smNativeData" val="SMDATA_13_uQLjXxMAAAAlAAAAZAAAAA0AAAAAkAAAAEgAAACQAAAASAAAAAAAAAAA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gZARQMAAAAEAAAAAAAAAAAAAAAAAAAAAAAAAAeAAAAaAAAAAAAAAAAAAAAAAAAAAAAAAAAAAAAECcAABAnAAAAAAAAAAAAAAAAAAAAAAAAAAAAAAAAAAAAAAAAAAAAABQAAAAAAAAAwMD/AAAAAABkAAAAMgAAAAAAAABkAAAAAAAAAH9/fwAKAAAAHwAAAFQAAAAAAAAFAAAAAQAAAAAAAAAAAAAAAAAAAAAAAAAAAAAAAAAAAAAAAAAAAAAAAn9/fwAAAAADzMzMAMDA/wB/f38AAAAAAAAAAAAAAAAAAAAAAAAAAAAhAAAAGAAAABQAAAAGCwAAxgMAAMYsAAAWHQAAEAAAACYAAAAIAAAAAQAAAAAAAAA="/>
              </a:ext>
            </a:extLst>
          </p:cNvSpPr>
          <p:nvPr>
            <p:ph idx="1"/>
          </p:nvPr>
        </p:nvSpPr>
        <p:spPr>
          <a:xfrm>
            <a:off x="1791970" y="613410"/>
            <a:ext cx="5486400" cy="4114800"/>
          </a:xfrm>
        </p:spPr>
        <p:txBody>
          <a:bodyPr/>
          <a:lstStyle/>
          <a:p>
            <a:pPr/>
            <a:r>
              <a:t>Asıl metin tipini düzenlemek için tıklayın</a:t>
            </a:r>
          </a:p>
        </p:txBody>
      </p:sp>
      <p:sp>
        <p:nvSpPr>
          <p:cNvPr id="4" name="SlaytMetni2"/>
          <p:cNvSpPr>
            <a:spLocks noGrp="1" noChangeArrowheads="1"/>
            <a:extLst>
              <a:ext uri="smNativeData">
                <pr:smNativeData xmlns:pr="smNativeData" val="SMDATA_13_uQLjXxMAAAAlAAAAZAAAAA8AAAAAkAAAAEgAAACQAAAASAAAAAAAAAAA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cAAAAMAAAAEAAAAAAAAAAAAAAAAAAAAAAAAAAeAAAAaAAAAAAAAAAAAAAAAAAAAAAAAAAAAAAAECcAABAnAAAAAAAAAAAAAAAAAAAAAAAAAAAAAAAAAAAAAAAAAAAAABQAAAAAAAAAwMD/AAAAAABkAAAAMgAAAAAAAABkAAAAAAAAAH9/fwAKAAAAHwAAAFQAAAAAAAAFAAAAAQAAAAAAAAAAAAAAAAAAAAAAAAAAAAAAAAAAAAAAAAAAAAAAAn9/fwAAAAADzMzMAMDA/wB/f38AAAAAAAAAAAAAAAAAAAAAAAAAAAAhAAAAGAAAABQAAAAGCwAABCEAAMYsAAD4JQAAAAAAACYAAAAIAAAAAQAAAAAAAAA="/>
              </a:ext>
            </a:extLst>
          </p:cNvSpPr>
          <p:nvPr>
            <p:ph sz="half" idx="2"/>
          </p:nvPr>
        </p:nvSpPr>
        <p:spPr>
          <a:xfrm>
            <a:off x="1791970" y="5367020"/>
            <a:ext cx="5486400" cy="805180"/>
          </a:xfrm>
        </p:spPr>
        <p:txBody>
          <a:bodyPr/>
          <a:lstStyle/>
          <a:p>
            <a:pPr/>
            <a:r>
              <a:t>Asıl metin tipini düzenlemek için tıklayın</a:t>
            </a:r>
          </a:p>
        </p:txBody>
      </p:sp>
      <p:sp>
        <p:nvSpPr>
          <p:cNvPr id="5" name="SlaytSayıAlanı1"/>
          <p:cNvSpPr>
            <a:spLocks noGrp="1" noChangeArrowheads="1"/>
            <a:extLst>
              <a:ext uri="smNativeData">
                <pr:smNativeData xmlns:pr="smNativeData" val="SMDATA_13_uQLjXxMAAAAlAAAAZAAAAA0AAAAAkAAAAEgAAACQAAAASAAAAAAAAAAA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MAAAAEAAAAAAAAAAAAAAAAAAAAAAAAAAeAAAAaAAAAAAAAAAAAAAAAAAAAAAAAAAAAAAAECcAABAnAAAAAAAAAAAAAAAAAAAAAAAAAAAAAAAAAAAAAAAAAAAAABQAAAAAAAAAwMD/AAAAAABkAAAAMgAAAAAAAABkAAAAAAAAAH9/fwAKAAAAHwAAAFQAAAAAAAAFAAAAAQAAAAAAAAAAAAAAAAAAAAAAAAAAAAAAAAAAAAAAAAAAAAAAAn9/fwAAAAADzMzMAMDA/wB/f38AAAAAAAAAAAAAAAAAAAAAAAAAAAAhAAAAGAAAABQAAACANAAAUCgAAFA3AADIKAAAEAAAACYAAAAIAAAAAAAAAAAAAAA="/>
              </a:ext>
            </a:extLst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 lang="tr-tr"/>
            </a:pPr>
            <a:fld id="{C095632D-CBA1-46C7-EFAB-3D927FE51968}" type="slidenum">
              <a:t>7</a:t>
            </a:fld>
          </a:p>
        </p:txBody>
      </p:sp>
    </p:spTree>
  </p:cSld>
  <p:clrMapOvr>
    <a:masterClrMapping/>
  </p:clrMapOvr>
</p:sldLayout>
</file>

<file path=ppt/slideLayouts/slideLayout22.xml><?xml version="1.0" encoding="utf-8"?>
<p:sldLayout xmlns:p="http://schemas.openxmlformats.org/presentationml/2006/main" xmlns:p14="http://schemas.microsoft.com/office/powerpoint/2010/main" xmlns:r="http://schemas.openxmlformats.org/officeDocument/2006/relationships" xmlns:a="http://schemas.openxmlformats.org/drawingml/2006/main" type="vertTx">
  <p:cSld name="Başlık ve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Başlığı1"/>
          <p:cNvSpPr>
            <a:spLocks noGrp="1" noChangeArrowheads="1"/>
            <a:extLst>
              <a:ext uri="smNativeData">
                <pr:smNativeData xmlns:pr="smNativeData" val="SMDATA_13_uQLjXxMAAAAlAAAAZAAAAA0AAAAAkAAAAEgAAACQAAAASAAAAAAAAAAB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HRYAAAMAAAAEAAAAAAAAAAAAAAAAAAAAAAAAAAeAAAAaAAAAAAAAAAAAAAAAAAAAAAAAAAAAAAAECcAABAnAAAAAAAAAAAAAAAAAAAAAAAAAAAAAAAAAAAAAAAAAAAAABQAAAAAAAAAwMD/AAAAAABkAAAAMgAAAAAAAABkAAAAAAAAAH9/fwAKAAAAHwAAAFQAAAAAAAAFAAAAAQAAAAAAAAAAAAAAAAAAAAAAAAAAAAAAAAAAAAAAAAAAAAAAAn9/fwAAAAADzMzMAMDA/wB/f38AAAAAAAAAAAAAAAAAAAAAAAAAAAAhAAAAGAAAABQAAADwAAAAqAAAADgxAAA4BAAAEAAAACYAAAAIAAAAAAAAAAAAAAA="/>
              </a:ext>
            </a:extLst>
          </p:cNvSpPr>
          <p:nvPr>
            <p:ph type="title"/>
          </p:nvPr>
        </p:nvSpPr>
        <p:spPr/>
        <p:txBody>
          <a:bodyPr/>
          <a:lstStyle/>
          <a:p>
            <a:pPr/>
            <a:r>
              <a:t>Asıl slayt başlığını düzenlemek için tıklayın</a:t>
            </a:r>
          </a:p>
        </p:txBody>
      </p:sp>
      <p:sp>
        <p:nvSpPr>
          <p:cNvPr id="3" name="SlaytMetni1"/>
          <p:cNvSpPr>
            <a:spLocks noGrp="1" noChangeArrowheads="1"/>
            <a:extLst>
              <a:ext uri="smNativeData">
                <pr:smNativeData xmlns:pr="smNativeData" val="SMDATA_13_uQLjXxMAAAAlAAAAZAAAAA0AAAAAkAAAAEgAAACQAAAASAAAAAAAAAAAAAAAAQ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QAAAAMAAAAEAAAAAAAAAAAAAAAAAAAAAAAAAAeAAAAaAAAAAAAAAAAAAAAAAAAAAAAAAAAAAAAECcAABAnAAAAAAAAAAAAAAAAAAAAAAAAAAAAAAAAAAAAAAAAAAAAABQAAAAAAAAAwMD/AAAAAABkAAAAMgAAAAAAAABkAAAAAAAAAH9/fwAKAAAAHwAAAFQAAAAAAAAFAAAAAQAAAAAAAAAAAAAAAAAAAAAAAAAAAAAAAAAAAAAAAAAAAAAAAn9/fwAAAAADzMzMAMDA/wB/f38AAAAAAAAAAAAAAAAAAAAAAAAAAAAhAAAAGAAAABQAAADwAAAAoAUAAFA3AADoJgAAEAAAACYAAAAIAAAAAoAAAAAAAAA="/>
              </a:ext>
            </a:extLst>
          </p:cNvSpPr>
          <p:nvPr>
            <p:ph idx="1"/>
          </p:nvPr>
        </p:nvSpPr>
        <p:spPr/>
        <p:txBody>
          <a:bodyPr vert="vert" wrap="square" lIns="91440" tIns="45720" rIns="91440" bIns="45720" numCol="1" spcCol="215900" anchor="t">
            <a:prstTxWarp prst="textNoShape">
              <a:avLst/>
            </a:prstTxWarp>
          </a:bodyPr>
          <a:lstStyle/>
          <a:p>
            <a:pPr/>
            <a:r>
              <a:t>Asıl metin tipini düzenlemek için tıklayın</a:t>
            </a:r>
          </a:p>
          <a:p>
            <a:pPr lvl="1"/>
            <a:r>
              <a:t>İkinci seviye</a:t>
            </a:r>
          </a:p>
          <a:p>
            <a:pPr lvl="2"/>
            <a:r>
              <a:t>Üçüncü seviye</a:t>
            </a:r>
          </a:p>
          <a:p>
            <a:pPr lvl="3"/>
            <a:r>
              <a:t>Dördüncü seviye</a:t>
            </a:r>
          </a:p>
          <a:p>
            <a:pPr lvl="4"/>
            <a:r>
              <a:t>Beşinci seviye</a:t>
            </a:r>
          </a:p>
        </p:txBody>
      </p:sp>
      <p:sp>
        <p:nvSpPr>
          <p:cNvPr id="4" name="SlaytSayıAlanı1"/>
          <p:cNvSpPr>
            <a:spLocks noGrp="1" noChangeArrowheads="1"/>
            <a:extLst>
              <a:ext uri="smNativeData">
                <pr:smNativeData xmlns:pr="smNativeData" val="SMDATA_13_uQLjXxMAAAAlAAAAZAAAAA0AAAAAkAAAAEgAAACQAAAASAAAAAAAAAAA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MAAAAEAAAAAAAAAAAAAAAAAAAAAAAAAAeAAAAaAAAAAAAAAAAAAAAAAAAAAAAAAAAAAAAECcAABAnAAAAAAAAAAAAAAAAAAAAAAAAAAAAAAAAAAAAAAAAAAAAABQAAAAAAAAAwMD/AAAAAABkAAAAMgAAAAAAAABkAAAAAAAAAH9/fwAKAAAAHwAAAFQAAAAAAAAFAAAAAQAAAAAAAAAAAAAAAAAAAAAAAAAAAAAAAAAAAAAAAAAAAAAAAn9/fwAAAAADzMzMAMDA/wB/f38AAAAAAAAAAAAAAAAAAAAAAAAAAAAhAAAAGAAAABQAAACANAAAUCgAAFA3AADIKAAAEAAAACYAAAAIAAAAAAAAAAAAAAA="/>
              </a:ext>
            </a:extLst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 lang="tr-tr"/>
            </a:pPr>
            <a:fld id="{C095632D-13C3-8A6F-8D67-E53AD7297BB0}" type="slidenum">
              <a:t>7</a:t>
            </a:fld>
          </a:p>
        </p:txBody>
      </p:sp>
    </p:spTree>
  </p:cSld>
  <p:clrMapOvr>
    <a:masterClrMapping/>
  </p:clrMapOvr>
</p:sldLayout>
</file>

<file path=ppt/slideLayouts/slideLayout23.xml><?xml version="1.0" encoding="utf-8"?>
<p:sldLayout xmlns:p="http://schemas.openxmlformats.org/presentationml/2006/main" xmlns:p14="http://schemas.microsoft.com/office/powerpoint/2010/main" xmlns:r="http://schemas.openxmlformats.org/officeDocument/2006/relationships" xmlns:a="http://schemas.openxmlformats.org/drawingml/2006/main" type="vertTitleAndTx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Başlığı1"/>
          <p:cNvSpPr>
            <a:spLocks noGrp="1" noChangeArrowheads="1"/>
            <a:extLst>
              <a:ext uri="smNativeData">
                <pr:smNativeData xmlns:pr="smNativeData" val="SMDATA_13_uQLjXxMAAAAlAAAAZAAAAA0AAAAAkAAAAEgAAACQAAAASAAAAAAAAAACAAAAAQ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FiAWIAMAAAAEAAAAAAAAAAAAAAAAAAAAAAAAAAeAAAAaAAAAAAAAAAAAAAAAAAAAAAAAAAAAAAAECcAABAnAAAAAAAAAAAAAAAAAAAAAAAAAAAAAAAAAAAAAAAAAAAAABQAAAAAAAAAwMD/AAAAAABkAAAAMgAAAAAAAABkAAAAAAAAAH9/fwAKAAAAHwAAAFQAAAAAAAAFAAAAAQAAAAAAAAAAAAAAAAAAAAAAAAAAAAAAAAAAAAAAAAAAAAAAAn9/fwAAAAADzMzMAMDA/wB/f38AAAAAAAAAAAAAAAAAAAAAAAAAAAAhAAAAGAAAABQAAADIKAAAsAEAAHA1AACwJQAAEAAAACYAAAAIAAAAgwAAAAAAAAA="/>
              </a:ext>
            </a:extLst>
          </p:cNvSpPr>
          <p:nvPr>
            <p:ph type="title"/>
          </p:nvPr>
        </p:nvSpPr>
        <p:spPr>
          <a:xfrm>
            <a:off x="6629400" y="274320"/>
            <a:ext cx="2057400" cy="5852160"/>
          </a:xfrm>
        </p:spPr>
        <p:txBody>
          <a:bodyPr vert="vert" wrap="square" lIns="91440" tIns="45720" rIns="91440" bIns="45720" numCol="1" spcCol="215900" anchor="b">
            <a:prstTxWarp prst="textNoShape">
              <a:avLst/>
            </a:prstTxWarp>
          </a:bodyPr>
          <a:lstStyle/>
          <a:p>
            <a:pPr/>
            <a:r>
              <a:t>Asıl slayt başlığını düzenlemek için tıklayın</a:t>
            </a:r>
          </a:p>
        </p:txBody>
      </p:sp>
      <p:sp>
        <p:nvSpPr>
          <p:cNvPr id="3" name="SlaytMetni1"/>
          <p:cNvSpPr>
            <a:spLocks noGrp="1" noChangeArrowheads="1"/>
            <a:extLst>
              <a:ext uri="smNativeData">
                <pr:smNativeData xmlns:pr="smNativeData" val="SMDATA_13_uQLjXxMAAAAlAAAAZAAAAA0AAAAAkAAAAEgAAACQAAAASAAAAAAAAAAAAAAAAQ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MAAAAEAAAAAAAAAAAAAAAAAAAAAAAAAAeAAAAaAAAAAAAAAAAAAAAAAAAAAAAAAAAAAAAECcAABAnAAAAAAAAAAAAAAAAAAAAAAAAAAAAAAAAAAAAAAAAAAAAABQAAAAAAAAAwMD/AAAAAABkAAAAMgAAAAAAAABkAAAAAAAAAH9/fwAKAAAAHwAAAFQAAAAAAAAFAAAAAQAAAAAAAAAAAAAAAAAAAAAAAAAAAAAAAAAAAAAAAAAAAAAAAn9/fwAAAAADzMzMAMDA/wB/f38AAAAAAAAAAAAAAAAAAAAAAAAAAAAhAAAAGAAAABQAAADQAgAAsAEAANgnAACwJQAAEAAAACYAAAAIAAAAA4AAAAAAAAA="/>
              </a:ext>
            </a:extLst>
          </p:cNvSpPr>
          <p:nvPr>
            <p:ph idx="1"/>
          </p:nvPr>
        </p:nvSpPr>
        <p:spPr>
          <a:xfrm>
            <a:off x="457200" y="274320"/>
            <a:ext cx="6019800" cy="5852160"/>
          </a:xfrm>
        </p:spPr>
        <p:txBody>
          <a:bodyPr vert="vert" wrap="square" lIns="91440" tIns="45720" rIns="91440" bIns="45720" numCol="1" spcCol="215900" anchor="t">
            <a:prstTxWarp prst="textNoShape">
              <a:avLst/>
            </a:prstTxWarp>
          </a:bodyPr>
          <a:lstStyle/>
          <a:p>
            <a:pPr/>
            <a:r>
              <a:t>Asıl metin tipini düzenlemek için tıklayın</a:t>
            </a:r>
          </a:p>
          <a:p>
            <a:pPr lvl="1"/>
            <a:r>
              <a:t>İkinci seviye</a:t>
            </a:r>
          </a:p>
          <a:p>
            <a:pPr lvl="2"/>
            <a:r>
              <a:t>Üçüncü seviye</a:t>
            </a:r>
          </a:p>
          <a:p>
            <a:pPr lvl="3"/>
            <a:r>
              <a:t>Dördüncü seviye</a:t>
            </a:r>
          </a:p>
          <a:p>
            <a:pPr lvl="4"/>
            <a:r>
              <a:t>Beşinci seviye</a:t>
            </a:r>
          </a:p>
        </p:txBody>
      </p:sp>
      <p:sp>
        <p:nvSpPr>
          <p:cNvPr id="4" name="SlaytSayıAlanı1"/>
          <p:cNvSpPr>
            <a:spLocks noGrp="1" noChangeArrowheads="1"/>
            <a:extLst>
              <a:ext uri="smNativeData">
                <pr:smNativeData xmlns:pr="smNativeData" val="SMDATA_13_uQLjXxMAAAAlAAAAZAAAAA0AAAAAkAAAAEgAAACQAAAASAAAAAAAAAAA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gZARQMAAAAEAAAAAAAAAAAAAAAAAAAAAAAAAAeAAAAaAAAAAAAAAAAAAAAAAAAAAAAAAAAAAAAECcAABAnAAAAAAAAAAAAAAAAAAAAAAAAAAAAAAAAAAAAAAAAAAAAABQAAAAAAAAAwMD/AAAAAABkAAAAMgAAAAAAAABkAAAAAAAAAH9/fwAKAAAAHwAAAFQAAAAAAAAFAAAAAQAAAAAAAAAAAAAAAAAAAAAAAAAAAAAAAAAAAAAAAAAAAAAAAn9/fwAAAAADzMzMAMDA/wB/f38AAAAAAAAAAAAAAAAAAAAAAAAAAAAhAAAAGAAAABQAAACANAAAUCgAAFA3AADIKAAAEAAAACYAAAAIAAAAAAAAAAAAAAA="/>
              </a:ext>
            </a:extLst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 lang="tr-tr"/>
            </a:pPr>
            <a:fld id="{C095632D-799E-1722-D0FA-8F779AB426DA}" type="slidenum">
              <a:t>7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 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<Relationship Id="rId5" Type="http://schemas.openxmlformats.org/officeDocument/2006/relationships/slideLayout" Target="../slideLayouts/slideLayout3.xml"/><Relationship Id="rId6" Type="http://schemas.openxmlformats.org/officeDocument/2006/relationships/slideLayout" Target="../slideLayouts/slideLayout4.xml"/><Relationship Id="rId7" Type="http://schemas.openxmlformats.org/officeDocument/2006/relationships/slideLayout" Target="../slideLayouts/slideLayout5.xml"/><Relationship Id="rId8" Type="http://schemas.openxmlformats.org/officeDocument/2006/relationships/slideLayout" Target="../slideLayouts/slideLayout6.xml"/><Relationship Id="rId9" Type="http://schemas.openxmlformats.org/officeDocument/2006/relationships/slideLayout" Target="../slideLayouts/slideLayout7.xml"/><Relationship Id="rId10" Type="http://schemas.openxmlformats.org/officeDocument/2006/relationships/slideLayout" Target="../slideLayouts/slideLayout8.xml"/><Relationship Id="rId11" Type="http://schemas.openxmlformats.org/officeDocument/2006/relationships/slideLayout" Target="../slideLayouts/slideLayout9.xml"/><Relationship Id="rId12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1.xml"/><Relationship Id="rId14" Type="http://schemas.openxmlformats.org/officeDocument/2006/relationships/slideLayout" Target="../slideLayouts/slideLayout12.xml"/><Relationship Id="rId15" Type="http://schemas.openxmlformats.org/officeDocument/2006/relationships/theme" Target="../theme/theme1.xml"/></Relationships>
</file>

<file path=ppt/slideMasters/_rels/slideMaster2.xml.rels><?xml version="1.0" encoding="UTF-8" standalone="yes" 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4.xml"/><Relationship Id="rId5" Type="http://schemas.openxmlformats.org/officeDocument/2006/relationships/slideLayout" Target="../slideLayouts/slideLayout15.xml"/><Relationship Id="rId6" Type="http://schemas.openxmlformats.org/officeDocument/2006/relationships/slideLayout" Target="../slideLayouts/slideLayout16.xml"/><Relationship Id="rId7" Type="http://schemas.openxmlformats.org/officeDocument/2006/relationships/slideLayout" Target="../slideLayouts/slideLayout17.xml"/><Relationship Id="rId8" Type="http://schemas.openxmlformats.org/officeDocument/2006/relationships/slideLayout" Target="../slideLayouts/slideLayout18.xml"/><Relationship Id="rId9" Type="http://schemas.openxmlformats.org/officeDocument/2006/relationships/slideLayout" Target="../slideLayouts/slideLayout19.xml"/><Relationship Id="rId10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21.xml"/><Relationship Id="rId12" Type="http://schemas.openxmlformats.org/officeDocument/2006/relationships/slideLayout" Target="../slideLayouts/slideLayout22.xml"/><Relationship Id="rId13" Type="http://schemas.openxmlformats.org/officeDocument/2006/relationships/slideLayout" Target="../slideLayouts/slideLayout23.xml"/><Relationship Id="rId14" Type="http://schemas.openxmlformats.org/officeDocument/2006/relationships/theme" Target="../theme/theme4.xml"/></Relationships>
</file>

<file path=ppt/slideMasters/slideMaster1.xml><?xml version="1.0" encoding="utf-8"?>
<p:sldMaster xmlns:p="http://schemas.openxmlformats.org/presentationml/2006/main" xmlns:p14="http://schemas.microsoft.com/office/powerpoint/2010/main" xmlns:r="http://schemas.openxmlformats.org/officeDocument/2006/relationships" xmlns:a="http://schemas.openxmlformats.org/drawing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9"/>
          <p:cNvSpPr>
            <a:extLst>
              <a:ext uri="smNativeData">
                <pr:smNativeData xmlns:pr="smNativeData" val="SMDATA_13_uQLjXxMAAAAlAAAAZAAAAA0AAAAAkAAAAEgAAACQAAAASAAAAAAAAAABAAAAAAAAAAEAAABQAAAAAAAAAAAA4D8AAAAAAADgPwAAAAAAAOA/AAAAAAAA4D8AAAAAAADgPwAAAAAAAOA/AAAAAAAA4D8AAAAAAADgPwAAAAAAAOA/AAAAAAAA4D8CAAAAjAAAAAEAAAAAAAAAPY2UAP///wgAAAAAAAAAAAAAAAAAAAAAAAAAAAAAAAAAAAAAeAAAAAEAAABAAAAAAAAAAAAAAABaAAAAAAAAAAAAAAAAAAAAAAAAAAAAAAAAAAAAAAAAAAAAAAAAAAAAAAAAAAAAAAAAAAAAAAAAAAAAAAAAAAAAAAAAAAAAAAAAAAAAFAAAADwAAAABAAAAAAAAAAAAAAkPAAAAAQAAACMAAAAjAAAAIwAAAB4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MAAAAEAAAAAAAAAAAAAAAAAAAAAAAAAAeAAAAaAAAAAAAAAAAAAAAAAAAAAAAAAAAAAAAECcAABAnAAAAAAAAAAAAAAAAAAAAAAAAAAAAAAAAAAAAAAAAAAAAABQAAAAAAAAAwMD/AAAAAABkAAAAMgAAAAAAAABkAAAAAAAAAH9/fwAKAAAAHwAAAFQAAAA9jZQA////AQAAAAAAAAAAAAAAAAAAAAAAAAAAAAAAAAAAAAAAAAAAAAAAAn9/fwCAgIADzMzMAMDA/wB/f38AAAAAAAAAAAAAAAAAAAAAAAAAAAAhAAAAGAAAABQAAAAAAAAA2CcAAEA4AAAwKgAAECAAACYAAAAIAAAA//////////8="/>
              </a:ext>
            </a:extLst>
          </p:cNvSpPr>
          <p:nvPr/>
        </p:nvSpPr>
        <p:spPr>
          <a:xfrm>
            <a:off x="0" y="6477000"/>
            <a:ext cx="9144000" cy="381000"/>
          </a:xfrm>
          <a:prstGeom prst="rect">
            <a:avLst/>
          </a:prstGeom>
          <a:solidFill>
            <a:srgbClr val="3D8D94"/>
          </a:solidFill>
          <a:ln w="9525" cap="flat" cmpd="sng" algn="ctr">
            <a:solidFill>
              <a:schemeClr val="tx1"/>
            </a:solidFill>
            <a:prstDash val="solid"/>
            <a:headEnd type="none"/>
            <a:tailEnd type="none"/>
          </a:ln>
          <a:effectLst/>
        </p:spPr>
        <p:txBody>
          <a:bodyPr vert="horz" wrap="none" lIns="91440" tIns="45720" rIns="91440" bIns="45720" numCol="1" spcCol="215900" anchor="ctr"/>
          <a:lstStyle>
            <a:lvl1pPr algn="ctr">
              <a:defRPr lang="tr-tr">
                <a:solidFill>
                  <a:schemeClr val="tx1"/>
                </a:solidFill>
                <a:latin typeface="Arial" pitchFamily="1" charset="0"/>
                <a:ea typeface="Arial" pitchFamily="1" charset="0"/>
                <a:cs typeface="Arial" pitchFamily="1" charset="0"/>
              </a:defRPr>
            </a:lvl1pPr>
            <a:lvl2pPr marL="742950" indent="-285750" algn="ctr">
              <a:defRPr lang="tr-tr">
                <a:solidFill>
                  <a:schemeClr val="tx1"/>
                </a:solidFill>
                <a:latin typeface="Arial" pitchFamily="1" charset="0"/>
                <a:ea typeface="Arial" pitchFamily="1" charset="0"/>
                <a:cs typeface="Arial" pitchFamily="1" charset="0"/>
              </a:defRPr>
            </a:lvl2pPr>
            <a:lvl3pPr marL="1143000" indent="-228600" algn="ctr">
              <a:defRPr lang="tr-tr">
                <a:solidFill>
                  <a:schemeClr val="tx1"/>
                </a:solidFill>
                <a:latin typeface="Arial" pitchFamily="1" charset="0"/>
                <a:ea typeface="Arial" pitchFamily="1" charset="0"/>
                <a:cs typeface="Arial" pitchFamily="1" charset="0"/>
              </a:defRPr>
            </a:lvl3pPr>
            <a:lvl4pPr marL="1600200" indent="-228600" algn="ctr">
              <a:defRPr lang="tr-tr">
                <a:solidFill>
                  <a:schemeClr val="tx1"/>
                </a:solidFill>
                <a:latin typeface="Arial" pitchFamily="1" charset="0"/>
                <a:ea typeface="Arial" pitchFamily="1" charset="0"/>
                <a:cs typeface="Arial" pitchFamily="1" charset="0"/>
              </a:defRPr>
            </a:lvl4pPr>
            <a:lvl5pPr marL="2057400" indent="-228600" algn="ctr">
              <a:defRPr lang="tr-tr">
                <a:solidFill>
                  <a:schemeClr val="tx1"/>
                </a:solidFill>
                <a:latin typeface="Arial" pitchFamily="1" charset="0"/>
                <a:ea typeface="Arial" pitchFamily="1" charset="0"/>
                <a:cs typeface="Arial" pitchFamily="1" charset="0"/>
              </a:defRPr>
            </a:lvl5pPr>
            <a:lvl6pPr marL="2514600" indent="-228600" algn="ctr">
              <a:spcBef>
                <a:spcPts val="0"/>
              </a:spcBef>
              <a:spcAft>
                <a:spcPts val="0"/>
              </a:spcAft>
              <a:defRPr lang="tr-tr">
                <a:solidFill>
                  <a:schemeClr val="tx1"/>
                </a:solidFill>
                <a:latin typeface="Arial" pitchFamily="1" charset="0"/>
                <a:ea typeface="Arial" pitchFamily="1" charset="0"/>
                <a:cs typeface="Arial" pitchFamily="1" charset="0"/>
              </a:defRPr>
            </a:lvl6pPr>
            <a:lvl7pPr marL="2971800" indent="-228600" algn="ctr">
              <a:spcBef>
                <a:spcPts val="0"/>
              </a:spcBef>
              <a:spcAft>
                <a:spcPts val="0"/>
              </a:spcAft>
              <a:defRPr lang="tr-tr">
                <a:solidFill>
                  <a:schemeClr val="tx1"/>
                </a:solidFill>
                <a:latin typeface="Arial" pitchFamily="1" charset="0"/>
                <a:ea typeface="Arial" pitchFamily="1" charset="0"/>
                <a:cs typeface="Arial" pitchFamily="1" charset="0"/>
              </a:defRPr>
            </a:lvl7pPr>
            <a:lvl8pPr marL="3429000" indent="-228600" algn="ctr">
              <a:spcBef>
                <a:spcPts val="0"/>
              </a:spcBef>
              <a:spcAft>
                <a:spcPts val="0"/>
              </a:spcAft>
              <a:defRPr lang="tr-tr">
                <a:solidFill>
                  <a:schemeClr val="tx1"/>
                </a:solidFill>
                <a:latin typeface="Arial" pitchFamily="1" charset="0"/>
                <a:ea typeface="Arial" pitchFamily="1" charset="0"/>
                <a:cs typeface="Arial" pitchFamily="1" charset="0"/>
              </a:defRPr>
            </a:lvl8pPr>
            <a:lvl9pPr marL="3886200" indent="-228600" algn="ctr">
              <a:spcBef>
                <a:spcPts val="0"/>
              </a:spcBef>
              <a:spcAft>
                <a:spcPts val="0"/>
              </a:spcAft>
              <a:defRPr lang="tr-tr">
                <a:solidFill>
                  <a:schemeClr val="tx1"/>
                </a:solidFill>
                <a:latin typeface="Arial" pitchFamily="1" charset="0"/>
                <a:ea typeface="Arial" pitchFamily="1" charset="0"/>
                <a:cs typeface="Arial" pitchFamily="1" charset="0"/>
              </a:defRPr>
            </a:lvl9pPr>
          </a:lstStyle>
          <a:p>
            <a:pPr>
              <a:defRPr lang="tr-tr"/>
            </a:pPr>
          </a:p>
        </p:txBody>
      </p:sp>
      <p:sp>
        <p:nvSpPr>
          <p:cNvPr id="3" name="Rectangle 43"/>
          <p:cNvSpPr>
            <a:spLocks noGrp="1" noChangeArrowheads="1"/>
            <a:extLst>
              <a:ext uri="smNativeData">
                <pr:smNativeData xmlns:pr="smNativeData" val="SMDATA_13_uQLjXxMAAAAlAAAAZAAAAA0AAAAAkAAAAEgAAACQAAAASAAAAAAAAAAA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MAAAAEAAAAAAAAAAAAAAAAAAAAAAAAAAeAAAAaAAAAAAAAAAAAAAAAAAAAAAAAAAAAAAAECcAABAnAAAAAAAAAAAAAAAAAAAAAAAAAAAAAAAAAAAAAAAAAAAAABQAAAAAAAAAwMD/AAAAAABkAAAAMgAAAAAAAABkAAAAAAAAAH9/fwAKAAAAHwAAAFQAAAAAAAAFAAAAAQAAAAAAAAAAAAAAAAAAAAAAAAAAAAAAAAAAAAAAAAAAAAAAAn9/fwAAAAADzMzMAMDA/wB/f38AAAAAAAAAAAAAAAAAAAAAAAAAAAAhAAAAGAAAABQAAADwAAAAoAUAAFA3AADoJgAAEAAAACYAAAAIAAAAvx8AAP8fAAA="/>
              </a:ext>
            </a:extLst>
          </p:cNvSpPr>
          <p:nvPr>
            <p:ph type="body" idx="1"/>
          </p:nvPr>
        </p:nvSpPr>
        <p:spPr>
          <a:xfrm>
            <a:off x="152400" y="914400"/>
            <a:ext cx="8839200" cy="54102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spcCol="215900" anchor="t">
            <a:prstTxWarp prst="textNoShape">
              <a:avLst/>
            </a:prstTxWarp>
          </a:bodyPr>
          <a:lstStyle/>
          <a:p>
            <a:pPr>
              <a:defRPr lang="tr-tr"/>
            </a:pPr>
            <a:r>
              <a:t>Click to edit Master text styles</a:t>
            </a:r>
          </a:p>
          <a:p>
            <a:pPr lvl="1">
              <a:defRPr lang="tr-tr"/>
            </a:pPr>
            <a:r>
              <a:t>Second level</a:t>
            </a:r>
          </a:p>
          <a:p>
            <a:pPr lvl="2">
              <a:defRPr lang="tr-tr"/>
            </a:pPr>
            <a:r>
              <a:t>Third level</a:t>
            </a:r>
          </a:p>
          <a:p>
            <a:pPr lvl="3">
              <a:defRPr lang="tr-tr"/>
            </a:pPr>
            <a:r>
              <a:t>Fourth level</a:t>
            </a:r>
          </a:p>
          <a:p>
            <a:pPr lvl="4">
              <a:defRPr lang="tr-tr"/>
            </a:pPr>
            <a:r>
              <a:t>Fifth level</a:t>
            </a:r>
          </a:p>
        </p:txBody>
      </p:sp>
      <p:sp>
        <p:nvSpPr>
          <p:cNvPr id="4" name="Rectangle 50"/>
          <p:cNvSpPr>
            <a:spLocks noGrp="1" noChangeArrowheads="1"/>
            <a:extLst>
              <a:ext uri="smNativeData">
                <pr:smNativeData xmlns:pr="smNativeData" val="SMDATA_13_uQLjXxMAAAAlAAAAZAAAAA0AAAAAkAAAAEgAAACQAAAASAAAAAAAAAAA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MAAAAEAAAAAAAAAAAAAAAAAAAAAAAAAAeAAAAaAAAAAAAAAAAAAAAAAAAAAAAAAAAAAAAECcAABAnAAAAAAAAAAAAAAAAAAAAAAAAAAAAAAAAAAAAAAAAAAAAABQAAAAAAAAAwMD/AAAAAABkAAAAMgAAAAAAAABkAAAAAAAAAH9/fwAKAAAAHwAAAFQAAAAAAAAFAAAAAQAAAAAAAAAAAAAAAAAAAAAAAAAAAAAAAAAAAAAAAAAAAAAAAn9/fwAAAAADzMzMAMDA/wB/f38AAAAAAAAAAAAAAAAAAAAAAAAAAAAhAAAAGAAAABQAAACANAAAUCgAAFA3AADIKAAAEAAAACYAAAAIAAAAv58AAP//wQE="/>
              </a:ext>
            </a:extLst>
          </p:cNvSpPr>
          <p:nvPr>
            <p:ph type="sldNum" sz="quarter" idx="4"/>
          </p:nvPr>
        </p:nvSpPr>
        <p:spPr>
          <a:xfrm>
            <a:off x="8534400" y="6553200"/>
            <a:ext cx="457200" cy="76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t">
            <a:prstTxWarp prst="textNoShape">
              <a:avLst/>
            </a:prstTxWarp>
          </a:bodyPr>
          <a:lstStyle>
            <a:lvl1pPr>
              <a:defRPr lang="tr-tr" sz="1000">
                <a:solidFill>
                  <a:srgbClr val="FFFFE5"/>
                </a:solidFill>
              </a:defRPr>
            </a:lvl1pPr>
            <a:lvl2pPr>
              <a:defRPr lang="tr-tr"/>
            </a:lvl2pPr>
            <a:lvl3pPr>
              <a:defRPr lang="tr-tr"/>
            </a:lvl3pPr>
            <a:lvl4pPr>
              <a:defRPr lang="tr-tr"/>
            </a:lvl4pPr>
            <a:lvl5pPr>
              <a:defRPr lang="tr-tr"/>
            </a:lvl5pPr>
            <a:lvl6pPr>
              <a:defRPr lang="tr-tr"/>
            </a:lvl6pPr>
            <a:lvl7pPr>
              <a:defRPr lang="tr-tr"/>
            </a:lvl7pPr>
            <a:lvl8pPr>
              <a:defRPr lang="tr-tr"/>
            </a:lvl8pPr>
            <a:lvl9pPr>
              <a:defRPr lang="tr-tr"/>
            </a:lvl9pPr>
          </a:lstStyle>
          <a:p>
            <a:pPr>
              <a:defRPr lang="tr-tr"/>
            </a:pPr>
            <a:fld id="{C095632D-9FBE-A993-F044-69C62B0A063C}" type="slidenum">
              <a:t>8</a:t>
            </a:fld>
          </a:p>
        </p:txBody>
      </p:sp>
      <p:sp>
        <p:nvSpPr>
          <p:cNvPr id="5" name="Rectangle 53"/>
          <p:cNvSpPr>
            <a:extLst>
              <a:ext uri="smNativeData">
                <pr:smNativeData xmlns:pr="smNativeData" val="SMDATA_13_uQLjXxMAAAAlAAAAZAAAAA0AAAAAkAAAAEgAAACQAAAASAAAAAAAAAABAAAAAAAAAAEAAABQAAAAAAAAAAAA4D8AAAAAAADgPwAAAAAAAOA/AAAAAAAA4D8AAAAAAADgPwAAAAAAAOA/AAAAAAAA4D8AAAAAAADgPwAAAAAAAOA/AAAAAAAA4D8CAAAAjAAAAAEAAAADAAAARZegAHK+xQAAAAAAAAAAAAAAAAAAAAAAAAAAAAAAAAAAAAAAeAAAAAEAAABAAAAAZAAAAAAAAABoAQAAAAAAAAAAAAAAAAAAAAAAAAAAAAAAAAAAAAAAAAAAAAAAAAAAAAAAAAAAAAAAAAAAAAAAAAAAAAAAAAAAAAAAAAAAAAAAAAAAFAAAADwAAAABAAAAAAAAAAAAAAkPAAAAAQAAACMAAAAjAAAAIwAAAB4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MAAAAEAAAAAAAAAAAAAAAAAAAAAAAAAAeAAAAaAAAAAEAAAAAAAAAAAAAAAAAAAAAAAAAECcAABAnAAAAAAAAAAAAAAAAAAAAAAAAAAAAAAAAAAAAAAAAAAAAABQAAAAAAAAAwMD/AAAAAABkAAAAMgAAAAAAAABkAAAAAAAAAH9/fwAKAAAAHwAAAFQAAABFl6AAcr7FAAAAAAAAAAAAAAAAAAAAAAAAAAAAAAAAAAAAAAAAAAAAAAAAAn9/fwCAgIADzMzMAMDA/wB/f38AAAAAAAAAAAAAAAAAAAAAAAAAAAAhAAAAGAAAABQAAAAAAAAAEQAAAEA4AADBBAAAECAAACYAAAAIAAAA//////////8="/>
              </a:ext>
            </a:extLst>
          </p:cNvSpPr>
          <p:nvPr/>
        </p:nvSpPr>
        <p:spPr>
          <a:xfrm>
            <a:off x="0" y="10795"/>
            <a:ext cx="9144000" cy="762000"/>
          </a:xfrm>
          <a:prstGeom prst="rect">
            <a:avLst/>
          </a:prstGeom>
          <a:gradFill flip="none" rotWithShape="1">
            <a:gsLst>
              <a:gs pos="0">
                <a:srgbClr val="4597A0"/>
              </a:gs>
              <a:gs pos="100000">
                <a:srgbClr val="72BEC5"/>
              </a:gs>
            </a:gsLst>
            <a:lin ang="0" scaled="0"/>
            <a:tileRect/>
          </a:gradFill>
          <a:ln w="9525" cap="flat" cmpd="sng" algn="ctr">
            <a:solidFill>
              <a:schemeClr val="tx1"/>
            </a:solidFill>
            <a:prstDash val="solid"/>
            <a:headEnd type="none"/>
            <a:tailEnd type="none"/>
          </a:ln>
          <a:effectLst/>
        </p:spPr>
        <p:txBody>
          <a:bodyPr vert="horz" wrap="none" lIns="91440" tIns="45720" rIns="91440" bIns="45720" numCol="1" spcCol="215900" anchor="ctr"/>
          <a:lstStyle>
            <a:lvl1pPr algn="ctr">
              <a:defRPr lang="tr-tr">
                <a:solidFill>
                  <a:schemeClr val="tx1"/>
                </a:solidFill>
                <a:latin typeface="Arial" pitchFamily="1" charset="0"/>
                <a:ea typeface="Arial" pitchFamily="1" charset="0"/>
                <a:cs typeface="Arial" pitchFamily="1" charset="0"/>
              </a:defRPr>
            </a:lvl1pPr>
            <a:lvl2pPr marL="742950" indent="-285750" algn="ctr">
              <a:defRPr lang="tr-tr">
                <a:solidFill>
                  <a:schemeClr val="tx1"/>
                </a:solidFill>
                <a:latin typeface="Arial" pitchFamily="1" charset="0"/>
                <a:ea typeface="Arial" pitchFamily="1" charset="0"/>
                <a:cs typeface="Arial" pitchFamily="1" charset="0"/>
              </a:defRPr>
            </a:lvl2pPr>
            <a:lvl3pPr marL="1143000" indent="-228600" algn="ctr">
              <a:defRPr lang="tr-tr">
                <a:solidFill>
                  <a:schemeClr val="tx1"/>
                </a:solidFill>
                <a:latin typeface="Arial" pitchFamily="1" charset="0"/>
                <a:ea typeface="Arial" pitchFamily="1" charset="0"/>
                <a:cs typeface="Arial" pitchFamily="1" charset="0"/>
              </a:defRPr>
            </a:lvl3pPr>
            <a:lvl4pPr marL="1600200" indent="-228600" algn="ctr">
              <a:defRPr lang="tr-tr">
                <a:solidFill>
                  <a:schemeClr val="tx1"/>
                </a:solidFill>
                <a:latin typeface="Arial" pitchFamily="1" charset="0"/>
                <a:ea typeface="Arial" pitchFamily="1" charset="0"/>
                <a:cs typeface="Arial" pitchFamily="1" charset="0"/>
              </a:defRPr>
            </a:lvl4pPr>
            <a:lvl5pPr marL="2057400" indent="-228600" algn="ctr">
              <a:defRPr lang="tr-tr">
                <a:solidFill>
                  <a:schemeClr val="tx1"/>
                </a:solidFill>
                <a:latin typeface="Arial" pitchFamily="1" charset="0"/>
                <a:ea typeface="Arial" pitchFamily="1" charset="0"/>
                <a:cs typeface="Arial" pitchFamily="1" charset="0"/>
              </a:defRPr>
            </a:lvl5pPr>
            <a:lvl6pPr marL="2514600" indent="-228600" algn="ctr">
              <a:spcBef>
                <a:spcPts val="0"/>
              </a:spcBef>
              <a:spcAft>
                <a:spcPts val="0"/>
              </a:spcAft>
              <a:defRPr lang="tr-tr">
                <a:solidFill>
                  <a:schemeClr val="tx1"/>
                </a:solidFill>
                <a:latin typeface="Arial" pitchFamily="1" charset="0"/>
                <a:ea typeface="Arial" pitchFamily="1" charset="0"/>
                <a:cs typeface="Arial" pitchFamily="1" charset="0"/>
              </a:defRPr>
            </a:lvl6pPr>
            <a:lvl7pPr marL="2971800" indent="-228600" algn="ctr">
              <a:spcBef>
                <a:spcPts val="0"/>
              </a:spcBef>
              <a:spcAft>
                <a:spcPts val="0"/>
              </a:spcAft>
              <a:defRPr lang="tr-tr">
                <a:solidFill>
                  <a:schemeClr val="tx1"/>
                </a:solidFill>
                <a:latin typeface="Arial" pitchFamily="1" charset="0"/>
                <a:ea typeface="Arial" pitchFamily="1" charset="0"/>
                <a:cs typeface="Arial" pitchFamily="1" charset="0"/>
              </a:defRPr>
            </a:lvl7pPr>
            <a:lvl8pPr marL="3429000" indent="-228600" algn="ctr">
              <a:spcBef>
                <a:spcPts val="0"/>
              </a:spcBef>
              <a:spcAft>
                <a:spcPts val="0"/>
              </a:spcAft>
              <a:defRPr lang="tr-tr">
                <a:solidFill>
                  <a:schemeClr val="tx1"/>
                </a:solidFill>
                <a:latin typeface="Arial" pitchFamily="1" charset="0"/>
                <a:ea typeface="Arial" pitchFamily="1" charset="0"/>
                <a:cs typeface="Arial" pitchFamily="1" charset="0"/>
              </a:defRPr>
            </a:lvl8pPr>
            <a:lvl9pPr marL="3886200" indent="-228600" algn="ctr">
              <a:spcBef>
                <a:spcPts val="0"/>
              </a:spcBef>
              <a:spcAft>
                <a:spcPts val="0"/>
              </a:spcAft>
              <a:defRPr lang="tr-tr">
                <a:solidFill>
                  <a:schemeClr val="tx1"/>
                </a:solidFill>
                <a:latin typeface="Arial" pitchFamily="1" charset="0"/>
                <a:ea typeface="Arial" pitchFamily="1" charset="0"/>
                <a:cs typeface="Arial" pitchFamily="1" charset="0"/>
              </a:defRPr>
            </a:lvl9pPr>
          </a:lstStyle>
          <a:p>
            <a:pPr>
              <a:defRPr lang="tr-tr"/>
            </a:pPr>
          </a:p>
        </p:txBody>
      </p:sp>
      <p:sp>
        <p:nvSpPr>
          <p:cNvPr id="6" name="Rectangle 45"/>
          <p:cNvSpPr>
            <a:spLocks noGrp="1" noChangeArrowheads="1"/>
            <a:extLst>
              <a:ext uri="smNativeData">
                <pr:smNativeData xmlns:pr="smNativeData" val="SMDATA_13_uQLjXxMAAAAlAAAAZAAAAA0AAAAAkAAAAEgAAACQAAAASAAAAAAAAAAB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MAAAAEAAAAAAAAAAAAAAAAAAAAAAAAAAeAAAAaAAAAAAAAAAAAAAAAAAAAAAAAAAAAAAAECcAABAnAAAAAAAAAAAAAAAAAAAAAAAAAAAAAAAAAAAAAAAAAAAAABQAAAAAAAAAwMD/AAAAAABkAAAAMgAAAAAAAABkAAAAAAAAAH9/fwAKAAAAHwAAAFQAAAAAAAAFAAAAAQAAAAAAAAAAAAAAAAAAAAAAAAAAAAAAAAAAAAAAAAAAAAAAAn9/fwAAAAADzMzMAMDA/wB/f38AAAAAAAAAAAAAAAAAAAAAAAAAAAAhAAAAGAAAABQAAADwAAAAqAAAADgxAAA4BAAAEAAAACYAAAAIAAAAvx8AAP//wQE="/>
              </a:ext>
            </a:extLst>
          </p:cNvSpPr>
          <p:nvPr>
            <p:ph type="title"/>
          </p:nvPr>
        </p:nvSpPr>
        <p:spPr>
          <a:xfrm>
            <a:off x="152400" y="106680"/>
            <a:ext cx="7848600" cy="57912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ctr">
            <a:prstTxWarp prst="textNoShape">
              <a:avLst/>
            </a:prstTxWarp>
          </a:bodyPr>
          <a:lstStyle/>
          <a:p>
            <a:pPr>
              <a:defRPr lang="tr-tr"/>
            </a:pPr>
            <a:r>
              <a:t>Başlık</a:t>
            </a:r>
          </a:p>
        </p:txBody>
      </p:sp>
      <p:sp>
        <p:nvSpPr>
          <p:cNvPr id="7" name="Dikdörtgen1"/>
          <p:cNvSpPr>
            <a:extLst>
              <a:ext uri="smNativeData">
                <pr:smNativeData xmlns:pr="smNativeData" val="SMDATA_13_uQLjXxMAAAAlAAAAZAAAAE0AAAAAkAAAAEgAAACQAAAASAAAAAAAAAAA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MAAAAEAAAAAAAAAAAAAAAAAAAAAAAAAAeAAAAaAAAAAAAAAAAAAAAAAAAAAAAAAAAAAAAECcAABAnAAAAAAAAAAAAAAAAAAAAAAAAAAAAAAAAAAAAAAAAAAAAABQAAAAAAAAAwMD/AAAAAABkAAAAMgAAAAAAAABkAAAAAAAAAH9/fwAKAAAAHwAAAFQAAAC74OMF////AQAAAAAAAAAAAAAAAAAAAAAAAAAAAAAAAAAAAAAAAAAAAAAAAn9/fwCAgIADzMzMAMDA/wB/f38AAAAAAAAAAAAAAAAAAAAAAAAAAAAhAAAAGAAAABQAAADoCAAANigAACAcAADqKQAAECAAACYAAAAIAAAA//////////8="/>
              </a:ext>
            </a:extLst>
          </p:cNvSpPr>
          <p:nvPr/>
        </p:nvSpPr>
        <p:spPr>
          <a:xfrm>
            <a:off x="1447800" y="6536690"/>
            <a:ext cx="3124200" cy="27686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t"/>
          <a:lstStyle>
            <a:lvl1pPr>
              <a:defRPr lang="tr-tr">
                <a:solidFill>
                  <a:schemeClr val="tx1"/>
                </a:solidFill>
                <a:latin typeface="Arial" pitchFamily="1" charset="0"/>
                <a:ea typeface="Arial" pitchFamily="1" charset="0"/>
                <a:cs typeface="Arial" pitchFamily="1" charset="0"/>
              </a:defRPr>
            </a:lvl1pPr>
            <a:lvl2pPr marL="742950" indent="-285750">
              <a:defRPr lang="tr-tr">
                <a:solidFill>
                  <a:schemeClr val="tx1"/>
                </a:solidFill>
                <a:latin typeface="Arial" pitchFamily="1" charset="0"/>
                <a:ea typeface="Arial" pitchFamily="1" charset="0"/>
                <a:cs typeface="Arial" pitchFamily="1" charset="0"/>
              </a:defRPr>
            </a:lvl2pPr>
            <a:lvl3pPr marL="1143000" indent="-228600">
              <a:defRPr lang="tr-tr">
                <a:solidFill>
                  <a:schemeClr val="tx1"/>
                </a:solidFill>
                <a:latin typeface="Arial" pitchFamily="1" charset="0"/>
                <a:ea typeface="Arial" pitchFamily="1" charset="0"/>
                <a:cs typeface="Arial" pitchFamily="1" charset="0"/>
              </a:defRPr>
            </a:lvl3pPr>
            <a:lvl4pPr marL="1600200" indent="-228600">
              <a:defRPr lang="tr-tr">
                <a:solidFill>
                  <a:schemeClr val="tx1"/>
                </a:solidFill>
                <a:latin typeface="Arial" pitchFamily="1" charset="0"/>
                <a:ea typeface="Arial" pitchFamily="1" charset="0"/>
                <a:cs typeface="Arial" pitchFamily="1" charset="0"/>
              </a:defRPr>
            </a:lvl4pPr>
            <a:lvl5pPr marL="2057400" indent="-228600">
              <a:defRPr lang="tr-tr">
                <a:solidFill>
                  <a:schemeClr val="tx1"/>
                </a:solidFill>
                <a:latin typeface="Arial" pitchFamily="1" charset="0"/>
                <a:ea typeface="Arial" pitchFamily="1" charset="0"/>
                <a:cs typeface="Arial" pitchFamily="1" charset="0"/>
              </a:defRPr>
            </a:lvl5pPr>
            <a:lvl6pPr marL="2514600" indent="-228600" algn="ctr">
              <a:spcBef>
                <a:spcPts val="0"/>
              </a:spcBef>
              <a:spcAft>
                <a:spcPts val="0"/>
              </a:spcAft>
              <a:defRPr lang="tr-tr">
                <a:solidFill>
                  <a:schemeClr val="tx1"/>
                </a:solidFill>
                <a:latin typeface="Arial" pitchFamily="1" charset="0"/>
                <a:ea typeface="Arial" pitchFamily="1" charset="0"/>
                <a:cs typeface="Arial" pitchFamily="1" charset="0"/>
              </a:defRPr>
            </a:lvl6pPr>
            <a:lvl7pPr marL="2971800" indent="-228600" algn="ctr">
              <a:spcBef>
                <a:spcPts val="0"/>
              </a:spcBef>
              <a:spcAft>
                <a:spcPts val="0"/>
              </a:spcAft>
              <a:defRPr lang="tr-tr">
                <a:solidFill>
                  <a:schemeClr val="tx1"/>
                </a:solidFill>
                <a:latin typeface="Arial" pitchFamily="1" charset="0"/>
                <a:ea typeface="Arial" pitchFamily="1" charset="0"/>
                <a:cs typeface="Arial" pitchFamily="1" charset="0"/>
              </a:defRPr>
            </a:lvl7pPr>
            <a:lvl8pPr marL="3429000" indent="-228600" algn="ctr">
              <a:spcBef>
                <a:spcPts val="0"/>
              </a:spcBef>
              <a:spcAft>
                <a:spcPts val="0"/>
              </a:spcAft>
              <a:defRPr lang="tr-tr">
                <a:solidFill>
                  <a:schemeClr val="tx1"/>
                </a:solidFill>
                <a:latin typeface="Arial" pitchFamily="1" charset="0"/>
                <a:ea typeface="Arial" pitchFamily="1" charset="0"/>
                <a:cs typeface="Arial" pitchFamily="1" charset="0"/>
              </a:defRPr>
            </a:lvl8pPr>
            <a:lvl9pPr marL="3886200" indent="-228600" algn="ctr">
              <a:spcBef>
                <a:spcPts val="0"/>
              </a:spcBef>
              <a:spcAft>
                <a:spcPts val="0"/>
              </a:spcAft>
              <a:defRPr lang="tr-tr">
                <a:solidFill>
                  <a:schemeClr val="tx1"/>
                </a:solidFill>
                <a:latin typeface="Arial" pitchFamily="1" charset="0"/>
                <a:ea typeface="Arial" pitchFamily="1" charset="0"/>
                <a:cs typeface="Arial" pitchFamily="1" charset="0"/>
              </a:defRPr>
            </a:lvl9pPr>
          </a:lstStyle>
          <a:p>
            <a:pPr algn="ctr">
              <a:spcBef>
                <a:spcPts val="720"/>
              </a:spcBef>
              <a:defRPr lang="tr-tr"/>
            </a:pPr>
            <a:r>
              <a:rPr lang="tr-tr" sz="1200" b="1">
                <a:solidFill>
                  <a:schemeClr val="bg1"/>
                </a:solidFill>
                <a:effectLst>
                  <a:outerShdw dist="63500" dir="3600000" algn="tl" rotWithShape="0">
                    <a:srgbClr val="000000">
                      <a:alpha val="40000"/>
                    </a:srgbClr>
                  </a:outerShdw>
                </a:effectLst>
              </a:rPr>
              <a:t>GT</a:t>
            </a:r>
            <a:r>
              <a:rPr lang="en-us" sz="1200" b="1">
                <a:solidFill>
                  <a:schemeClr val="bg1"/>
                </a:solidFill>
                <a:effectLst>
                  <a:outerShdw dist="63500" dir="3600000" algn="tl" rotWithShape="0">
                    <a:srgbClr val="000000">
                      <a:alpha val="40000"/>
                    </a:srgbClr>
                  </a:outerShdw>
                </a:effectLst>
              </a:rPr>
              <a:t>Ü </a:t>
            </a:r>
            <a:r>
              <a:rPr lang="tr-tr" sz="1200" b="1">
                <a:solidFill>
                  <a:schemeClr val="bg1"/>
                </a:solidFill>
                <a:effectLst>
                  <a:outerShdw dist="63500" dir="3600000" algn="tl" rotWithShape="0">
                    <a:srgbClr val="000000">
                      <a:alpha val="40000"/>
                    </a:srgbClr>
                  </a:outerShdw>
                </a:effectLst>
              </a:rPr>
              <a:t>-</a:t>
            </a:r>
            <a:r>
              <a:rPr lang="en-us" sz="1200" b="1">
                <a:solidFill>
                  <a:schemeClr val="bg1"/>
                </a:solidFill>
                <a:effectLst>
                  <a:outerShdw dist="63500" dir="3600000" algn="tl" rotWithShape="0">
                    <a:srgbClr val="000000">
                      <a:alpha val="40000"/>
                    </a:srgbClr>
                  </a:outerShdw>
                </a:effectLst>
              </a:rPr>
              <a:t> </a:t>
            </a:r>
            <a:r>
              <a:rPr lang="tr-tr" sz="1200" b="1">
                <a:solidFill>
                  <a:schemeClr val="bg1"/>
                </a:solidFill>
                <a:effectLst>
                  <a:outerShdw dist="63500" dir="3600000" algn="tl" rotWithShape="0">
                    <a:srgbClr val="000000">
                      <a:alpha val="40000"/>
                    </a:srgbClr>
                  </a:outerShdw>
                </a:effectLst>
              </a:rPr>
              <a:t>Bilgisayar Mühendisliği Bölümü</a:t>
            </a:r>
            <a:endParaRPr lang="tr-tr" sz="1200" b="1">
              <a:solidFill>
                <a:schemeClr val="bg1"/>
              </a:solidFill>
              <a:effectLst>
                <a:outerShdw dist="63500" dir="3600000" algn="tl" rotWithShape="0">
                  <a:srgbClr val="000000">
                    <a:alpha val="40000"/>
                  </a:srgbClr>
                </a:outerShdw>
              </a:effectLst>
            </a:endParaRPr>
          </a:p>
        </p:txBody>
      </p:sp>
      <p:pic>
        <p:nvPicPr>
          <p:cNvPr id="8" name="Picture 15" descr="C:\Users\rehin99\Desktop\bilg-logo.png"/>
          <p:cNvPicPr>
            <a:picLocks noChangeAspect="1"/>
            <a:extLst>
              <a:ext uri="smNativeData">
                <pr:smNativeData xmlns:pr="smNativeData" val="SMDATA_15_uQLjXxMAAAAlAAAAEQAAAC0AAAAAkAAAAEgAAACQAAAASAAAAAAAAAAA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AcAAAA4AAAAAAAAAAAAAAAAAAAA////AAAAAAAAAAAAAAAAAAAAAAAAAAAAAAAAAAAAAABkAAAAZAAAAAAAAAAjAAAABAAAAGQAAAAXAAAAFAAAAAAAAAAAAAAA/38AAP9/AAAAAAAACQAAAAQAAAAAAAAADAAAABAAAAAAAAAAAAAAAAAAAAAAAAAAHgAAAGgAAAAAAAAAAAAAAAAAAAAAAAAAAAAAABAnAAAQJwAAAAAAAAAAAAAAAAAAAAAAAAAAAAAAAAAAAAAAAAAAAAAUAAAAAAAAAMDA/wAAAAAAZAAAADIAAAAAAAAAZAAAAAAAAAB/f38ACgAAAB8AAABUAAAAu+DjBf///wEAAAAAAAAAAAAAAAAAAAAAAAAAAAAAAAAAAAAAAAAAAAAAAAJ/f38AgICAA8zMzADAwP8Af39/AAAAAAAAAAAAAAAAAP///wAAAAAAIQAAABgAAAAUAAAAgQAAABgkAACQBgAAJyoAABAAAAAmAAAACAAAAP//////////"/>
              </a:ext>
            </a:extLst>
          </p:cNvPicPr>
          <p:nvPr/>
        </p:nvPicPr>
        <p:blipFill>
          <a:blip r:embed="rId1"/>
          <a:stretch>
            <a:fillRect/>
          </a:stretch>
        </p:blipFill>
        <p:spPr>
          <a:xfrm>
            <a:off x="81915" y="5867400"/>
            <a:ext cx="984885" cy="984885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id="9" name="Picture 16" descr="C:\Users\rehin99\Desktop\gtu-logo.png"/>
          <p:cNvPicPr>
            <a:picLocks noChangeAspect="1"/>
            <a:extLst>
              <a:ext uri="smNativeData">
                <pr:smNativeData xmlns:pr="smNativeData" val="SMDATA_15_uQLjXxMAAAAlAAAAEQAAAC0AAAAAkAAAAEgAAACQAAAASAAAAAAAAAAA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AcAAAA4AAAAAAAAAAAAAAAAAAAA////AAAAAAAAAAAAAAAAAAAAAAAAAAAAAAAAAAAAAABkAAAAZAAAAAAAAAAjAAAABAAAAGQAAAAXAAAAFAAAAAAAAAAAAAAA/38AAP9/AAAAAAAACQAAAAQAAAAAAAAADAAAABAAAAAAAAAAAAAAAAAAAAAAAAAAHgAAAGgAAAAAAAAAAAAAAAAAAAAAAAAAAAAAABAnAAAQJwAAAAAAAAAAAAAAAAAAAAAAAAAAAAAAAAAAAAAAAAAAAAAUAAAAAAAAAMDA/wAAAAAAZAAAADIAAAAAAAAAZAAAAAAAAAB/f38ACgAAAB8AAABUAAAAu+DjBf///wEAAAAAAAAAAAAAAAAAAAAAAAAAAAAAAAAAAAAAAAAAAAAAAAJ/f38AgICAA8zMzADAwP8Af39/AAAAAAAAAAAAAAAAAP///wAAAAAAIQAAABgAAAAUAAAAODEAAEUAAAAMOAAAjAQAABAAAAAmAAAACAAAAP//////////"/>
              </a:ext>
            </a:extLst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43815"/>
            <a:ext cx="1109980" cy="695325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10" name="Text Box 68"/>
          <p:cNvSpPr>
            <a:extLst>
              <a:ext uri="smNativeData">
                <pr:smNativeData xmlns:pr="smNativeData" val="SMDATA_13_uQLjXxMAAAAlAAAAZAAAAE0AAAAAkAAAAEgAAACQAAAASAAAAAAAAAAA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MAAAAEAAAAAAAAAAAAAAAAAAAAAAAAAAeAAAAaAAAAAAAAAAAAAAAAAAAAAAAAAAAAAAAECcAABAnAAAAAAAAAAAAAAAAAAAAAAAAAAAAAAAAAAAAAAAAAAAAABQAAAAAAAAAwMD/AAAAAABkAAAAMgAAAAAAAABkAAAAAAAAAH9/fwAKAAAAHwAAAFQAAAC74OMF////AQAAAAAAAAAAAAAAAAAAAAAAAAAAAAAAAAAAAAAAAAAAAAAAAn9/fwCAgIADzMzMAMDA/wB/f38AAAAAAAAAAAAAAAAAAAAAAAAAAAAhAAAAGAAAABQAAAAgHAAAKigAAFgvAADeKQAAECAAACYAAAAIAAAA//////////8="/>
              </a:ext>
            </a:extLst>
          </p:cNvSpPr>
          <p:nvPr/>
        </p:nvSpPr>
        <p:spPr>
          <a:xfrm>
            <a:off x="4572000" y="6529070"/>
            <a:ext cx="3124200" cy="27686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t"/>
          <a:lstStyle>
            <a:lvl1pPr>
              <a:defRPr lang="tr-tr">
                <a:solidFill>
                  <a:schemeClr val="tx1"/>
                </a:solidFill>
                <a:latin typeface="Arial" pitchFamily="1" charset="0"/>
                <a:ea typeface="Arial" pitchFamily="1" charset="0"/>
                <a:cs typeface="Arial" pitchFamily="1" charset="0"/>
              </a:defRPr>
            </a:lvl1pPr>
            <a:lvl2pPr marL="742950" indent="-285750">
              <a:defRPr lang="tr-tr">
                <a:solidFill>
                  <a:schemeClr val="tx1"/>
                </a:solidFill>
                <a:latin typeface="Arial" pitchFamily="1" charset="0"/>
                <a:ea typeface="Arial" pitchFamily="1" charset="0"/>
                <a:cs typeface="Arial" pitchFamily="1" charset="0"/>
              </a:defRPr>
            </a:lvl2pPr>
            <a:lvl3pPr marL="1143000" indent="-228600">
              <a:defRPr lang="tr-tr">
                <a:solidFill>
                  <a:schemeClr val="tx1"/>
                </a:solidFill>
                <a:latin typeface="Arial" pitchFamily="1" charset="0"/>
                <a:ea typeface="Arial" pitchFamily="1" charset="0"/>
                <a:cs typeface="Arial" pitchFamily="1" charset="0"/>
              </a:defRPr>
            </a:lvl3pPr>
            <a:lvl4pPr marL="1600200" indent="-228600">
              <a:defRPr lang="tr-tr">
                <a:solidFill>
                  <a:schemeClr val="tx1"/>
                </a:solidFill>
                <a:latin typeface="Arial" pitchFamily="1" charset="0"/>
                <a:ea typeface="Arial" pitchFamily="1" charset="0"/>
                <a:cs typeface="Arial" pitchFamily="1" charset="0"/>
              </a:defRPr>
            </a:lvl4pPr>
            <a:lvl5pPr marL="2057400" indent="-228600">
              <a:defRPr lang="tr-tr">
                <a:solidFill>
                  <a:schemeClr val="tx1"/>
                </a:solidFill>
                <a:latin typeface="Arial" pitchFamily="1" charset="0"/>
                <a:ea typeface="Arial" pitchFamily="1" charset="0"/>
                <a:cs typeface="Arial" pitchFamily="1" charset="0"/>
              </a:defRPr>
            </a:lvl5pPr>
            <a:lvl6pPr marL="2514600" indent="-228600" algn="ctr">
              <a:spcBef>
                <a:spcPts val="0"/>
              </a:spcBef>
              <a:spcAft>
                <a:spcPts val="0"/>
              </a:spcAft>
              <a:defRPr lang="tr-tr">
                <a:solidFill>
                  <a:schemeClr val="tx1"/>
                </a:solidFill>
                <a:latin typeface="Arial" pitchFamily="1" charset="0"/>
                <a:ea typeface="Arial" pitchFamily="1" charset="0"/>
                <a:cs typeface="Arial" pitchFamily="1" charset="0"/>
              </a:defRPr>
            </a:lvl6pPr>
            <a:lvl7pPr marL="2971800" indent="-228600" algn="ctr">
              <a:spcBef>
                <a:spcPts val="0"/>
              </a:spcBef>
              <a:spcAft>
                <a:spcPts val="0"/>
              </a:spcAft>
              <a:defRPr lang="tr-tr">
                <a:solidFill>
                  <a:schemeClr val="tx1"/>
                </a:solidFill>
                <a:latin typeface="Arial" pitchFamily="1" charset="0"/>
                <a:ea typeface="Arial" pitchFamily="1" charset="0"/>
                <a:cs typeface="Arial" pitchFamily="1" charset="0"/>
              </a:defRPr>
            </a:lvl7pPr>
            <a:lvl8pPr marL="3429000" indent="-228600" algn="ctr">
              <a:spcBef>
                <a:spcPts val="0"/>
              </a:spcBef>
              <a:spcAft>
                <a:spcPts val="0"/>
              </a:spcAft>
              <a:defRPr lang="tr-tr">
                <a:solidFill>
                  <a:schemeClr val="tx1"/>
                </a:solidFill>
                <a:latin typeface="Arial" pitchFamily="1" charset="0"/>
                <a:ea typeface="Arial" pitchFamily="1" charset="0"/>
                <a:cs typeface="Arial" pitchFamily="1" charset="0"/>
              </a:defRPr>
            </a:lvl8pPr>
            <a:lvl9pPr marL="3886200" indent="-228600" algn="ctr">
              <a:spcBef>
                <a:spcPts val="0"/>
              </a:spcBef>
              <a:spcAft>
                <a:spcPts val="0"/>
              </a:spcAft>
              <a:defRPr lang="tr-tr">
                <a:solidFill>
                  <a:schemeClr val="tx1"/>
                </a:solidFill>
                <a:latin typeface="Arial" pitchFamily="1" charset="0"/>
                <a:ea typeface="Arial" pitchFamily="1" charset="0"/>
                <a:cs typeface="Arial" pitchFamily="1" charset="0"/>
              </a:defRPr>
            </a:lvl9pPr>
          </a:lstStyle>
          <a:p>
            <a:pPr algn="ctr">
              <a:spcBef>
                <a:spcPts val="720"/>
              </a:spcBef>
              <a:defRPr lang="tr-tr"/>
            </a:pPr>
            <a:r>
              <a:rPr lang="en-us" sz="1200" b="1">
                <a:solidFill>
                  <a:schemeClr val="bg1"/>
                </a:solidFill>
                <a:effectLst>
                  <a:outerShdw dist="63500" dir="3600000" algn="tl" rotWithShape="0">
                    <a:srgbClr val="000000">
                      <a:alpha val="40000"/>
                    </a:srgbClr>
                  </a:outerShdw>
                </a:effectLst>
              </a:rPr>
              <a:t>BİL 495/496 Bitirme Projesi </a:t>
            </a:r>
            <a:endParaRPr lang="tr-tr" sz="1200" b="1">
              <a:solidFill>
                <a:schemeClr val="bg1"/>
              </a:solidFill>
              <a:effectLst>
                <a:outerShdw dist="63500" dir="3600000" algn="tl" rotWithShape="0">
                  <a:srgbClr val="000000">
                    <a:alpha val="40000"/>
                  </a:srgbClr>
                </a:outerShdw>
              </a:effectLst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58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  <p:sldLayoutId id="2147483756" r:id="rId12"/>
    <p:sldLayoutId id="2147483757" r:id="rId13"/>
    <p:sldLayoutId id="2147483759" r:id="rId14"/>
  </p:sldLayoutIdLst>
  <p:hf hdr="0" ftr="0" dt="0"/>
  <p:txStyles>
    <p:titleStyle>
      <a:lvl1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lang="tr-tr" sz="4400" b="0" i="0" u="none" strike="noStrike" kern="1" spc="0" baseline="0">
          <a:solidFill>
            <a:schemeClr val="bg1"/>
          </a:solidFill>
          <a:effectLst>
            <a:outerShdw dist="63500" dir="3600000" algn="tl" rotWithShape="0">
              <a:srgbClr val="000000">
                <a:alpha val="40000"/>
              </a:srgbClr>
            </a:outerShdw>
          </a:effectLst>
          <a:latin typeface="Arial" pitchFamily="1" charset="0"/>
          <a:ea typeface="Arial" pitchFamily="1" charset="0"/>
          <a:cs typeface="Arial" pitchFamily="1" charset="0"/>
        </a:defRPr>
      </a:lvl1pPr>
      <a:lvl2pPr marL="4572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lang="tr-tr" sz="4400" b="0" i="0" u="none" strike="noStrike" kern="1" spc="0" baseline="0">
          <a:solidFill>
            <a:srgbClr val="DDDDDD"/>
          </a:solidFill>
          <a:effectLst/>
          <a:latin typeface="Arial" pitchFamily="1" charset="0"/>
          <a:ea typeface="Arial" pitchFamily="1" charset="0"/>
          <a:cs typeface="Arial" pitchFamily="1" charset="0"/>
        </a:defRPr>
      </a:lvl2pPr>
      <a:lvl3pPr marL="9144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lang="tr-tr" sz="4400" b="0" i="0" u="none" strike="noStrike" kern="1" spc="0" baseline="0">
          <a:solidFill>
            <a:srgbClr val="DDDDDD"/>
          </a:solidFill>
          <a:effectLst/>
          <a:latin typeface="Arial" pitchFamily="1" charset="0"/>
          <a:ea typeface="Arial" pitchFamily="1" charset="0"/>
          <a:cs typeface="Arial" pitchFamily="1" charset="0"/>
        </a:defRPr>
      </a:lvl3pPr>
      <a:lvl4pPr marL="13716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lang="tr-tr" sz="4400" b="0" i="0" u="none" strike="noStrike" kern="1" spc="0" baseline="0">
          <a:solidFill>
            <a:srgbClr val="DDDDDD"/>
          </a:solidFill>
          <a:effectLst/>
          <a:latin typeface="Arial" pitchFamily="1" charset="0"/>
          <a:ea typeface="Arial" pitchFamily="1" charset="0"/>
          <a:cs typeface="Arial" pitchFamily="1" charset="0"/>
        </a:defRPr>
      </a:lvl4pPr>
      <a:lvl5pPr marL="18288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lang="tr-tr" sz="4400" b="0" i="0" u="none" strike="noStrike" kern="1" spc="0" baseline="0">
          <a:solidFill>
            <a:srgbClr val="DDDDDD"/>
          </a:solidFill>
          <a:effectLst/>
          <a:latin typeface="Arial" pitchFamily="1" charset="0"/>
          <a:ea typeface="Arial" pitchFamily="1" charset="0"/>
          <a:cs typeface="Arial" pitchFamily="1" charset="0"/>
        </a:defRPr>
      </a:lvl5pPr>
      <a:lvl6pPr marL="4572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lang="tr-tr" sz="4400" b="0" i="0" u="none" strike="noStrike" kern="1" spc="0" baseline="0">
          <a:solidFill>
            <a:srgbClr val="DDDDDD"/>
          </a:solidFill>
          <a:effectLst/>
          <a:latin typeface="Arial" pitchFamily="1" charset="0"/>
          <a:ea typeface="Arial" pitchFamily="1" charset="0"/>
          <a:cs typeface="Arial" pitchFamily="1" charset="0"/>
        </a:defRPr>
      </a:lvl6pPr>
      <a:lvl7pPr marL="9144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lang="tr-tr" sz="4400" b="0" i="0" u="none" strike="noStrike" kern="1" spc="0" baseline="0">
          <a:solidFill>
            <a:srgbClr val="DDDDDD"/>
          </a:solidFill>
          <a:effectLst/>
          <a:latin typeface="Arial" pitchFamily="1" charset="0"/>
          <a:ea typeface="Arial" pitchFamily="1" charset="0"/>
          <a:cs typeface="Arial" pitchFamily="1" charset="0"/>
        </a:defRPr>
      </a:lvl7pPr>
      <a:lvl8pPr marL="13716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lang="tr-tr" sz="4400" b="0" i="0" u="none" strike="noStrike" kern="1" spc="0" baseline="0">
          <a:solidFill>
            <a:srgbClr val="DDDDDD"/>
          </a:solidFill>
          <a:effectLst/>
          <a:latin typeface="Arial" pitchFamily="1" charset="0"/>
          <a:ea typeface="Arial" pitchFamily="1" charset="0"/>
          <a:cs typeface="Arial" pitchFamily="1" charset="0"/>
        </a:defRPr>
      </a:lvl8pPr>
      <a:lvl9pPr marL="18288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lang="tr-tr" sz="4400" b="0" i="0" u="none" strike="noStrike" kern="1" spc="0" baseline="0">
          <a:solidFill>
            <a:srgbClr val="DDDDDD"/>
          </a:solidFill>
          <a:effectLst/>
          <a:latin typeface="Arial" pitchFamily="1" charset="0"/>
          <a:ea typeface="Arial" pitchFamily="1" charset="0"/>
          <a:cs typeface="Arial" pitchFamily="1" charset="0"/>
        </a:defRPr>
      </a:lvl9pPr>
    </p:titleStyle>
    <p:bodyStyle>
      <a:lvl1pPr marL="342900" marR="0" indent="-342900" algn="l" defTabSz="914400">
        <a:lnSpc>
          <a:spcPct val="100000"/>
        </a:lnSpc>
        <a:spcBef>
          <a:spcPts val="575"/>
        </a:spcBef>
        <a:spcAft>
          <a:spcPts val="0"/>
        </a:spcAft>
        <a:buClrTx/>
        <a:buSzTx/>
        <a:buFontTx/>
        <a:buChar char="•"/>
        <a:tabLst/>
        <a:defRPr lang="tr-tr" sz="2400" b="0" i="0" u="none" strike="noStrike" kern="1" spc="0" baseline="0">
          <a:solidFill>
            <a:schemeClr val="tx1"/>
          </a:solidFill>
          <a:effectLst/>
          <a:latin typeface="Arial" pitchFamily="1" charset="0"/>
          <a:ea typeface="Arial" pitchFamily="1" charset="0"/>
          <a:cs typeface="Arial" pitchFamily="1" charset="0"/>
        </a:defRPr>
      </a:lvl1pPr>
      <a:lvl2pPr marL="742950" marR="0" indent="-285750" algn="l" defTabSz="914400">
        <a:lnSpc>
          <a:spcPct val="100000"/>
        </a:lnSpc>
        <a:spcBef>
          <a:spcPts val="480"/>
        </a:spcBef>
        <a:spcAft>
          <a:spcPts val="0"/>
        </a:spcAft>
        <a:buClrTx/>
        <a:buSzTx/>
        <a:buFontTx/>
        <a:buChar char="–"/>
        <a:tabLst/>
        <a:defRPr lang="tr-tr" sz="2000" b="0" i="0" u="none" strike="noStrike" kern="1" spc="0" baseline="0">
          <a:solidFill>
            <a:schemeClr val="tx1"/>
          </a:solidFill>
          <a:effectLst/>
          <a:latin typeface="Arial" pitchFamily="1" charset="0"/>
          <a:ea typeface="Arial" pitchFamily="1" charset="0"/>
          <a:cs typeface="Arial" pitchFamily="1" charset="0"/>
        </a:defRPr>
      </a:lvl2pPr>
      <a:lvl3pPr marL="1143000" marR="0" indent="-228600" algn="l" defTabSz="914400">
        <a:lnSpc>
          <a:spcPct val="100000"/>
        </a:lnSpc>
        <a:spcBef>
          <a:spcPts val="480"/>
        </a:spcBef>
        <a:spcAft>
          <a:spcPts val="0"/>
        </a:spcAft>
        <a:buClrTx/>
        <a:buSzTx/>
        <a:buFontTx/>
        <a:buChar char="•"/>
        <a:tabLst/>
        <a:defRPr lang="tr-tr" sz="2000" b="0" i="0" u="none" strike="noStrike" kern="1" spc="0" baseline="0">
          <a:solidFill>
            <a:schemeClr val="tx1"/>
          </a:solidFill>
          <a:effectLst/>
          <a:latin typeface="Arial" pitchFamily="1" charset="0"/>
          <a:ea typeface="Arial" pitchFamily="1" charset="0"/>
          <a:cs typeface="Arial" pitchFamily="1" charset="0"/>
        </a:defRPr>
      </a:lvl3pPr>
      <a:lvl4pPr marL="1600200" marR="0" indent="-228600" algn="l" defTabSz="914400">
        <a:lnSpc>
          <a:spcPct val="100000"/>
        </a:lnSpc>
        <a:spcBef>
          <a:spcPts val="480"/>
        </a:spcBef>
        <a:spcAft>
          <a:spcPts val="0"/>
        </a:spcAft>
        <a:buClrTx/>
        <a:buSzTx/>
        <a:buFontTx/>
        <a:buChar char="–"/>
        <a:tabLst/>
        <a:defRPr lang="tr-tr" sz="2000" b="0" i="0" u="none" strike="noStrike" kern="1" spc="0" baseline="0">
          <a:solidFill>
            <a:schemeClr val="tx1"/>
          </a:solidFill>
          <a:effectLst/>
          <a:latin typeface="Arial" pitchFamily="1" charset="0"/>
          <a:ea typeface="Arial" pitchFamily="1" charset="0"/>
          <a:cs typeface="Arial" pitchFamily="1" charset="0"/>
        </a:defRPr>
      </a:lvl4pPr>
      <a:lvl5pPr marL="2057400" marR="0" indent="-228600" algn="l" defTabSz="914400">
        <a:lnSpc>
          <a:spcPct val="100000"/>
        </a:lnSpc>
        <a:spcBef>
          <a:spcPts val="480"/>
        </a:spcBef>
        <a:spcAft>
          <a:spcPts val="0"/>
        </a:spcAft>
        <a:buClrTx/>
        <a:buSzTx/>
        <a:buFontTx/>
        <a:buChar char="»"/>
        <a:tabLst/>
        <a:defRPr lang="tr-tr" sz="2000" b="0" i="0" u="none" strike="noStrike" kern="1" spc="0" baseline="0">
          <a:solidFill>
            <a:schemeClr val="tx1"/>
          </a:solidFill>
          <a:effectLst/>
          <a:latin typeface="Arial" pitchFamily="1" charset="0"/>
          <a:ea typeface="Arial" pitchFamily="1" charset="0"/>
          <a:cs typeface="Arial" pitchFamily="1" charset="0"/>
        </a:defRPr>
      </a:lvl5pPr>
      <a:lvl6pPr marL="2514600" marR="0" indent="-228600" algn="l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Char char="»"/>
        <a:tabLst/>
        <a:defRPr lang="tr-tr" sz="2000" b="0" i="0" u="none" strike="noStrike" kern="1" spc="0" baseline="0">
          <a:solidFill>
            <a:schemeClr val="tx1"/>
          </a:solidFill>
          <a:effectLst/>
          <a:latin typeface="Arial" pitchFamily="1" charset="0"/>
          <a:ea typeface="Arial" pitchFamily="1" charset="0"/>
          <a:cs typeface="Arial" pitchFamily="1" charset="0"/>
        </a:defRPr>
      </a:lvl6pPr>
      <a:lvl7pPr marL="2971800" marR="0" indent="-228600" algn="l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Char char="»"/>
        <a:tabLst/>
        <a:defRPr lang="tr-tr" sz="2000" b="0" i="0" u="none" strike="noStrike" kern="1" spc="0" baseline="0">
          <a:solidFill>
            <a:schemeClr val="tx1"/>
          </a:solidFill>
          <a:effectLst/>
          <a:latin typeface="Arial" pitchFamily="1" charset="0"/>
          <a:ea typeface="Arial" pitchFamily="1" charset="0"/>
          <a:cs typeface="Arial" pitchFamily="1" charset="0"/>
        </a:defRPr>
      </a:lvl7pPr>
      <a:lvl8pPr marL="3429000" marR="0" indent="-228600" algn="l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Char char="»"/>
        <a:tabLst/>
        <a:defRPr lang="tr-tr" sz="2000" b="0" i="0" u="none" strike="noStrike" kern="1" spc="0" baseline="0">
          <a:solidFill>
            <a:schemeClr val="tx1"/>
          </a:solidFill>
          <a:effectLst/>
          <a:latin typeface="Arial" pitchFamily="1" charset="0"/>
          <a:ea typeface="Arial" pitchFamily="1" charset="0"/>
          <a:cs typeface="Arial" pitchFamily="1" charset="0"/>
        </a:defRPr>
      </a:lvl8pPr>
      <a:lvl9pPr marL="3886200" marR="0" indent="-228600" algn="l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Char char="»"/>
        <a:tabLst/>
        <a:defRPr lang="tr-tr" sz="2000" b="0" i="0" u="none" strike="noStrike" kern="1" spc="0" baseline="0">
          <a:solidFill>
            <a:schemeClr val="tx1"/>
          </a:solidFill>
          <a:effectLst/>
          <a:latin typeface="Arial" pitchFamily="1" charset="0"/>
          <a:ea typeface="Arial" pitchFamily="1" charset="0"/>
          <a:cs typeface="Arial" pitchFamily="1" charset="0"/>
        </a:defRPr>
      </a:lvl9pPr>
    </p:bodyStyle>
    <p:otherStyle>
      <a:lvl1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lang="tr-tr" sz="1800" b="0" i="0" u="none" strike="noStrike" kern="1" spc="0" baseline="0">
          <a:solidFill>
            <a:schemeClr val="tx1"/>
          </a:solidFill>
          <a:effectLst/>
          <a:latin typeface="Arial" pitchFamily="1" charset="0"/>
          <a:ea typeface="Arial" pitchFamily="1" charset="0"/>
          <a:cs typeface="Arial" pitchFamily="1" charset="0"/>
        </a:defRPr>
      </a:lvl1pPr>
      <a:lvl2pPr marL="4572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lang="tr-tr" sz="1800" b="0" i="0" u="none" strike="noStrike" kern="1" spc="0" baseline="0">
          <a:solidFill>
            <a:schemeClr val="tx1"/>
          </a:solidFill>
          <a:effectLst/>
          <a:latin typeface="Arial" pitchFamily="1" charset="0"/>
          <a:ea typeface="Arial" pitchFamily="1" charset="0"/>
          <a:cs typeface="Arial" pitchFamily="1" charset="0"/>
        </a:defRPr>
      </a:lvl2pPr>
      <a:lvl3pPr marL="9144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lang="tr-tr" sz="1800" b="0" i="0" u="none" strike="noStrike" kern="1" spc="0" baseline="0">
          <a:solidFill>
            <a:schemeClr val="tx1"/>
          </a:solidFill>
          <a:effectLst/>
          <a:latin typeface="Arial" pitchFamily="1" charset="0"/>
          <a:ea typeface="Arial" pitchFamily="1" charset="0"/>
          <a:cs typeface="Arial" pitchFamily="1" charset="0"/>
        </a:defRPr>
      </a:lvl3pPr>
      <a:lvl4pPr marL="13716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lang="tr-tr" sz="1800" b="0" i="0" u="none" strike="noStrike" kern="1" spc="0" baseline="0">
          <a:solidFill>
            <a:schemeClr val="tx1"/>
          </a:solidFill>
          <a:effectLst/>
          <a:latin typeface="Arial" pitchFamily="1" charset="0"/>
          <a:ea typeface="Arial" pitchFamily="1" charset="0"/>
          <a:cs typeface="Arial" pitchFamily="1" charset="0"/>
        </a:defRPr>
      </a:lvl4pPr>
      <a:lvl5pPr marL="18288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lang="tr-tr" sz="1800" b="0" i="0" u="none" strike="noStrike" kern="1" spc="0" baseline="0">
          <a:solidFill>
            <a:schemeClr val="tx1"/>
          </a:solidFill>
          <a:effectLst/>
          <a:latin typeface="Arial" pitchFamily="1" charset="0"/>
          <a:ea typeface="Arial" pitchFamily="1" charset="0"/>
          <a:cs typeface="Arial" pitchFamily="1" charset="0"/>
        </a:defRPr>
      </a:lvl5pPr>
      <a:lvl6pPr marL="22860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lang="tr-tr" sz="1800" b="0" i="0" u="none" strike="noStrike" kern="1" spc="0" baseline="0">
          <a:solidFill>
            <a:schemeClr val="tx1"/>
          </a:solidFill>
          <a:effectLst/>
          <a:latin typeface="Arial" pitchFamily="1" charset="0"/>
          <a:ea typeface="Arial" pitchFamily="1" charset="0"/>
          <a:cs typeface="Arial" pitchFamily="1" charset="0"/>
        </a:defRPr>
      </a:lvl6pPr>
      <a:lvl7pPr marL="27432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lang="tr-tr" sz="1800" b="0" i="0" u="none" strike="noStrike" kern="1" spc="0" baseline="0">
          <a:solidFill>
            <a:schemeClr val="tx1"/>
          </a:solidFill>
          <a:effectLst/>
          <a:latin typeface="Arial" pitchFamily="1" charset="0"/>
          <a:ea typeface="Arial" pitchFamily="1" charset="0"/>
          <a:cs typeface="Arial" pitchFamily="1" charset="0"/>
        </a:defRPr>
      </a:lvl7pPr>
      <a:lvl8pPr marL="32004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lang="tr-tr" sz="1800" b="0" i="0" u="none" strike="noStrike" kern="1" spc="0" baseline="0">
          <a:solidFill>
            <a:schemeClr val="tx1"/>
          </a:solidFill>
          <a:effectLst/>
          <a:latin typeface="Arial" pitchFamily="1" charset="0"/>
          <a:ea typeface="Arial" pitchFamily="1" charset="0"/>
          <a:cs typeface="Arial" pitchFamily="1" charset="0"/>
        </a:defRPr>
      </a:lvl8pPr>
      <a:lvl9pPr marL="36576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lang="tr-tr" sz="1800" b="0" i="0" u="none" strike="noStrike" kern="1" spc="0" baseline="0">
          <a:solidFill>
            <a:schemeClr val="tx1"/>
          </a:solidFill>
          <a:effectLst/>
          <a:latin typeface="Arial" pitchFamily="1" charset="0"/>
          <a:ea typeface="Arial" pitchFamily="1" charset="0"/>
          <a:cs typeface="Arial" pitchFamily="1" charset="0"/>
        </a:defRPr>
      </a:lvl9pPr>
    </p:otherStyle>
  </p:txStyles>
</p:sldMaster>
</file>

<file path=ppt/slideMasters/slideMaster2.xml><?xml version="1.0" encoding="utf-8"?>
<p:sldMaster xmlns:p="http://schemas.openxmlformats.org/presentationml/2006/main" xmlns:p14="http://schemas.microsoft.com/office/powerpoint/2010/main" xmlns:r="http://schemas.openxmlformats.org/officeDocument/2006/relationships" xmlns:a="http://schemas.openxmlformats.org/drawing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9"/>
          <p:cNvSpPr>
            <a:extLst>
              <a:ext uri="smNativeData">
                <pr:smNativeData xmlns:pr="smNativeData" val="SMDATA_13_uQLjXxMAAAAlAAAAZAAAAA0AAAAAkAAAAEgAAACQAAAASAAAAAAAAAABAAAAAAAAAAEAAABQAAAAAAAAAAAA4D8AAAAAAADgPwAAAAAAAOA/AAAAAAAA4D8AAAAAAADgPwAAAAAAAOA/AAAAAAAA4D8AAAAAAADgPwAAAAAAAOA/AAAAAAAA4D8CAAAAjAAAAAEAAAAAAAAAPY2UAP///wgAAAAAAAAAAAAAAAAAAAAAAAAAAAAAAAAAAAAAeAAAAAEAAABAAAAAAAAAAAAAAABaAAAAAAAAAAAAAAAAAAAAAAAAAAAAAAAAAAAAAAAAAAAAAAAAAAAAAAAAAAAAAAAAAAAAAAAAAAAAAAAAAAAAAAAAAAAAAAAAAAAAFAAAADwAAAABAAAAAAAAAAAAAAkPAAAAAQAAACMAAAAjAAAAIwAAAB4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HJnYkMMAAAAEAAAAAAAAAAAAAAAAAAAAAAAAAAeAAAAaAAAAAAAAAAAAAAAAAAAAAAAAAAAAAAAECcAABAnAAAAAAAAAAAAAAAAAAAAAAAAAAAAAAAAAAAAAAAAAAAAABQAAAAAAAAAwMD/AAAAAABkAAAAMgAAAAAAAABkAAAAAAAAAH9/fwAKAAAAHwAAAFQAAAA9jZQA////AQAAAAAAAAAAAAAAAAAAAAAAAAAAAAAAAAAAAAAAAAAAAAAAAn9/fwCAgIADzMzMAMDA/wB/f38AAAAAAAAAAAAAAAAAAAAAAAAAAAAhAAAAGAAAABQAAAAAAAAA2CcAAEA4AAAwKgAAECAAACYAAAAIAAAA//////////8="/>
              </a:ext>
            </a:extLst>
          </p:cNvSpPr>
          <p:nvPr/>
        </p:nvSpPr>
        <p:spPr>
          <a:xfrm>
            <a:off x="0" y="6477000"/>
            <a:ext cx="9144000" cy="381000"/>
          </a:xfrm>
          <a:prstGeom prst="rect">
            <a:avLst/>
          </a:prstGeom>
          <a:solidFill>
            <a:srgbClr val="3D8D94"/>
          </a:solidFill>
          <a:ln w="9525" cap="flat" cmpd="sng" algn="ctr">
            <a:solidFill>
              <a:schemeClr val="tx1"/>
            </a:solidFill>
            <a:prstDash val="solid"/>
            <a:headEnd type="none"/>
            <a:tailEnd type="none"/>
          </a:ln>
          <a:effectLst/>
        </p:spPr>
        <p:txBody>
          <a:bodyPr vert="horz" wrap="none" lIns="91440" tIns="45720" rIns="91440" bIns="45720" numCol="1" spcCol="215900"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1" spc="0" baseline="0">
                <a:solidFill>
                  <a:schemeClr val="tx1"/>
                </a:solidFill>
                <a:effectLst/>
                <a:latin typeface="Arial" pitchFamily="1" charset="0"/>
                <a:ea typeface="Arial" pitchFamily="1" charset="0"/>
                <a:cs typeface="Arial" pitchFamily="1" charset="0"/>
              </a:defRPr>
            </a:pPr>
          </a:p>
        </p:txBody>
      </p:sp>
      <p:sp>
        <p:nvSpPr>
          <p:cNvPr id="3" name="Rectangle 43"/>
          <p:cNvSpPr>
            <a:spLocks noGrp="1" noChangeArrowheads="1"/>
            <a:extLst>
              <a:ext uri="smNativeData">
                <pr:smNativeData xmlns:pr="smNativeData" val="SMDATA_13_uQLjXxMAAAAlAAAAZAAAAA0AAAAAkAAAAEgAAACQAAAASAAAAAAAAAAA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MAAAAEAAAAAAAAAAAAAAAAAAAAAAAAAAeAAAAaAAAAAAAAAAAAAAAAAAAAAAAAAAAAAAAECcAABAnAAAAAAAAAAAAAAAAAAAAAAAAAAAAAAAAAAAAAAAAAAAAABQAAAAAAAAAwMD/AAAAAABkAAAAMgAAAAAAAABkAAAAAAAAAH9/fwAKAAAAHwAAAFQAAAAAAAAFAAAAAQAAAAAAAAAAAAAAAAAAAAAAAAAAAAAAAAAAAAAAAAAAAAAAAn9/fwAAAAADzMzMAMDA/wB/f38AAAAAAAAAAAAAAAAAAAAAAAAAAAAhAAAAGAAAABQAAADwAAAAoAUAAFA3AADoJgAAEAAAACYAAAAIAAAA//////////8="/>
              </a:ext>
            </a:extLst>
          </p:cNvSpPr>
          <p:nvPr>
            <p:ph type="body" idx="1"/>
          </p:nvPr>
        </p:nvSpPr>
        <p:spPr>
          <a:xfrm>
            <a:off x="152400" y="914400"/>
            <a:ext cx="8839200" cy="5410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t">
            <a:prstTxWarp prst="textNoShape">
              <a:avLst/>
            </a:prstTxWarp>
          </a:bodyPr>
          <a:lstStyle/>
          <a:p>
            <a:pPr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4" name="Rectangle 50"/>
          <p:cNvSpPr>
            <a:spLocks noGrp="1" noChangeArrowheads="1"/>
            <a:extLst>
              <a:ext uri="smNativeData">
                <pr:smNativeData xmlns:pr="smNativeData" val="SMDATA_13_uQLjXxMAAAAlAAAAZAAAAA0AAAAAkAAAAEgAAACQAAAASAAAAAAAAAAA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MAAAAEAAAAAAAAAAAAAAAAAAAAAAAAAAeAAAAaAAAAAAAAAAAAAAAAAAAAAAAAAAAAAAAECcAABAnAAAAAAAAAAAAAAAAAAAAAAAAAAAAAAAAAAAAAAAAAAAAABQAAAAAAAAAwMD/AAAAAABkAAAAMgAAAAAAAABkAAAAAAAAAH9/fwAKAAAAHwAAAFQAAAAAAAAFAAAAAQAAAAAAAAAAAAAAAAAAAAAAAAAAAAAAAAAAAAAAAAAAAAAAAn9/fwAAAAADzMzMAMDA/wB/f38AAAAAAAAAAAAAAAAAAAAAAAAAAAAhAAAAGAAAABQAAACANAAAUCgAAFA3AADIKAAAEAAAACYAAAAIAAAA//////////8="/>
              </a:ext>
            </a:extLst>
          </p:cNvSpPr>
          <p:nvPr>
            <p:ph type="sldNum" sz="quarter" idx="4"/>
          </p:nvPr>
        </p:nvSpPr>
        <p:spPr>
          <a:xfrm>
            <a:off x="8534400" y="6553200"/>
            <a:ext cx="457200" cy="76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t">
            <a:prstTxWarp prst="textNoShape">
              <a:avLst/>
            </a:prstTxWarp>
          </a:bodyPr>
          <a:lstStyle>
            <a:lvl1pPr>
              <a:defRPr lang="tr-tr" sz="1000">
                <a:solidFill>
                  <a:srgbClr val="FFFFE5"/>
                </a:solidFill>
              </a:defRPr>
            </a:lvl1pPr>
            <a:lvl2pPr>
              <a:defRPr lang="tr-tr"/>
            </a:lvl2pPr>
            <a:lvl3pPr>
              <a:defRPr lang="tr-tr"/>
            </a:lvl3pPr>
            <a:lvl4pPr>
              <a:defRPr lang="tr-tr"/>
            </a:lvl4pPr>
            <a:lvl5pPr>
              <a:defRPr lang="tr-tr"/>
            </a:lvl5pPr>
            <a:lvl6pPr>
              <a:defRPr lang="tr-tr"/>
            </a:lvl6pPr>
            <a:lvl7pPr>
              <a:defRPr lang="tr-tr"/>
            </a:lvl7pPr>
            <a:lvl8pPr>
              <a:defRPr lang="tr-tr"/>
            </a:lvl8pPr>
            <a:lvl9pPr>
              <a:defRPr lang="tr-tr"/>
            </a:lvl9pPr>
          </a:lstStyle>
          <a:p>
            <a:pPr>
              <a:defRPr lang="tr-tr"/>
            </a:pPr>
            <a:fld id="{C095632D-6DBC-9D9D-F270-9BC8253E04CE}" type="slidenum">
              <a:t>9</a:t>
            </a:fld>
          </a:p>
        </p:txBody>
      </p:sp>
      <p:sp>
        <p:nvSpPr>
          <p:cNvPr id="5" name="Rectangle 53"/>
          <p:cNvSpPr>
            <a:extLst>
              <a:ext uri="smNativeData">
                <pr:smNativeData xmlns:pr="smNativeData" val="SMDATA_13_uQLjXxMAAAAlAAAAZAAAAA0AAAAAkAAAAEgAAACQAAAASAAAAAAAAAABAAAAAAAAAAEAAABQAAAAAAAAAAAA4D8AAAAAAADgPwAAAAAAAOA/AAAAAAAA4D8AAAAAAADgPwAAAAAAAOA/AAAAAAAA4D8AAAAAAADgPwAAAAAAAOA/AAAAAAAA4D8CAAAAjAAAAAEAAAADAAAARZegAHK+xQAAAAAAAAAAAAAAAAAAAAAAAAAAAAAAAAAAAAAAeAAAAAEAAABAAAAAZAAAAAAAAABoAQAAAAAAAAAAAAAAAAAAAAAAAAAAAAAAAAAAAAAAAAAAAAAAAAAAAAAAAAAAAAAAAAAAAAAAAAAAAAAAAAAAAAAAAAAAAAAAAAAAFAAAADwAAAABAAAAAAAAAAAAAAkPAAAAAQAAACMAAAAjAAAAIwAAAB4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MAAAAEAAAAAAAAAAAAAAAAAAAAAAAAAAeAAAAaAAAAAEAAAAAAAAAAAAAAAAAAAAAAAAAECcAABAnAAAAAAAAAAAAAAAAAAAAAAAAAAAAAAAAAAAAAAAAAAAAABQAAAAAAAAAwMD/AAAAAABkAAAAMgAAAAAAAABkAAAAAAAAAH9/fwAKAAAAHwAAAFQAAABFl6AAcr7FAAAAAAAAAAAAAAAAAAAAAAAAAAAAAAAAAAAAAAAAAAAAAAAAAn9/fwCAgIADzMzMAMDA/wB/f38AAAAAAAAAAAAAAAAAAAAAAAAAAAAhAAAAGAAAABQAAAAAAAAAEQAAAEA4AADBBAAAECAAACYAAAAIAAAA//////////8="/>
              </a:ext>
            </a:extLst>
          </p:cNvSpPr>
          <p:nvPr/>
        </p:nvSpPr>
        <p:spPr>
          <a:xfrm>
            <a:off x="0" y="10795"/>
            <a:ext cx="9144000" cy="762000"/>
          </a:xfrm>
          <a:prstGeom prst="rect">
            <a:avLst/>
          </a:prstGeom>
          <a:gradFill flip="none" rotWithShape="1">
            <a:gsLst>
              <a:gs pos="0">
                <a:srgbClr val="4597A0"/>
              </a:gs>
              <a:gs pos="100000">
                <a:srgbClr val="72BEC5"/>
              </a:gs>
            </a:gsLst>
            <a:lin ang="0" scaled="0"/>
            <a:tileRect/>
          </a:gradFill>
          <a:ln w="9525" cap="flat" cmpd="sng" algn="ctr">
            <a:solidFill>
              <a:schemeClr val="tx1"/>
            </a:solidFill>
            <a:prstDash val="solid"/>
            <a:headEnd type="none"/>
            <a:tailEnd type="none"/>
          </a:ln>
          <a:effectLst/>
        </p:spPr>
        <p:txBody>
          <a:bodyPr vert="horz" wrap="none" lIns="91440" tIns="45720" rIns="91440" bIns="45720" numCol="1" spcCol="215900"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1" spc="0" baseline="0">
                <a:solidFill>
                  <a:schemeClr val="tx1"/>
                </a:solidFill>
                <a:effectLst/>
                <a:latin typeface="Arial" pitchFamily="1" charset="0"/>
                <a:ea typeface="Arial" pitchFamily="1" charset="0"/>
                <a:cs typeface="Arial" pitchFamily="1" charset="0"/>
              </a:defRPr>
            </a:pPr>
          </a:p>
        </p:txBody>
      </p:sp>
      <p:sp>
        <p:nvSpPr>
          <p:cNvPr id="6" name="Rectangle 45"/>
          <p:cNvSpPr>
            <a:spLocks noGrp="1" noChangeArrowheads="1"/>
            <a:extLst>
              <a:ext uri="smNativeData">
                <pr:smNativeData xmlns:pr="smNativeData" val="SMDATA_13_uQLjXxMAAAAlAAAAZAAAAA0AAAAAkAAAAEgAAACQAAAASAAAAAAAAAAB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QAAAAMAAAAEAAAAAAAAAAAAAAAAAAAAAAAAAAeAAAAaAAAAAAAAAAAAAAAAAAAAAAAAAAAAAAAECcAABAnAAAAAAAAAAAAAAAAAAAAAAAAAAAAAAAAAAAAAAAAAAAAABQAAAAAAAAAwMD/AAAAAABkAAAAMgAAAAAAAABkAAAAAAAAAH9/fwAKAAAAHwAAAFQAAAAAAAAFAAAAAQAAAAAAAAAAAAAAAAAAAAAAAAAAAAAAAAAAAAAAAAAAAAAAAn9/fwAAAAADzMzMAMDA/wB/f38AAAAAAAAAAAAAAAAAAAAAAAAAAAAhAAAAGAAAABQAAADwAAAAqAAAADgxAAA4BAAAEAAAACYAAAAIAAAA//////////8="/>
              </a:ext>
            </a:extLst>
          </p:cNvSpPr>
          <p:nvPr>
            <p:ph type="title"/>
          </p:nvPr>
        </p:nvSpPr>
        <p:spPr>
          <a:xfrm>
            <a:off x="152400" y="106680"/>
            <a:ext cx="7848600" cy="57912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ctr">
            <a:prstTxWarp prst="textNoShape">
              <a:avLst/>
            </a:prstTxWarp>
          </a:bodyPr>
          <a:lstStyle/>
          <a:p>
            <a:pPr/>
            <a:r>
              <a:t>Başlık</a:t>
            </a:r>
          </a:p>
        </p:txBody>
      </p:sp>
      <p:sp>
        <p:nvSpPr>
          <p:cNvPr id="7" name="Dikdörtgen1"/>
          <p:cNvSpPr>
            <a:extLst>
              <a:ext uri="smNativeData">
                <pr:smNativeData xmlns:pr="smNativeData" val="SMDATA_13_uQLjXxMAAAAlAAAAZAAAAE0AAAAAkAAAAEgAAACQAAAASAAAAAAAAAAA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MAAAAEAAAAAAAAAAAAAAAAAAAAAAAAAAeAAAAaAAAAAAAAAAAAAAAAAAAAAAAAAAAAAAAECcAABAnAAAAAAAAAAAAAAAAAAAAAAAAAAAAAAAAAAAAAAAAAAAAABQAAAAAAAAAwMD/AAAAAABkAAAAMgAAAAAAAABkAAAAAAAAAH9/fwAKAAAAHwAAAFQAAAC74OMF////AQAAAAAAAAAAAAAAAAAAAAAAAAAAAAAAAAAAAAAAAAAAAAAAAn9/fwCAgIADzMzMAMDA/wB/f38AAAAAAAAAAAAAAAAAAAAAAAAAAAAhAAAAGAAAABQAAADoCAAANigAACAcAADqKQAAECAAACYAAAAIAAAA//////////8="/>
              </a:ext>
            </a:extLst>
          </p:cNvSpPr>
          <p:nvPr/>
        </p:nvSpPr>
        <p:spPr>
          <a:xfrm>
            <a:off x="1447800" y="6536690"/>
            <a:ext cx="3124200" cy="27686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t"/>
          <a:lstStyle/>
          <a:p>
            <a:pPr marL="0" marR="0" indent="0" algn="ctr" defTabSz="914400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None/>
              <a:tabLst/>
              <a:defRPr sz="1800" b="0" i="0" u="none" strike="noStrike" kern="1" spc="0" baseline="0">
                <a:solidFill>
                  <a:schemeClr val="tx1"/>
                </a:solidFill>
                <a:effectLst/>
                <a:latin typeface="Arial" pitchFamily="1" charset="0"/>
                <a:ea typeface="Arial" pitchFamily="1" charset="0"/>
                <a:cs typeface="Arial" pitchFamily="1" charset="0"/>
              </a:defRPr>
            </a:pPr>
            <a:r>
              <a:rPr sz="1200" b="1">
                <a:solidFill>
                  <a:schemeClr val="bg1"/>
                </a:solidFill>
                <a:effectLst>
                  <a:outerShdw dist="63500" dir="3600000" algn="tl" rotWithShape="0">
                    <a:srgbClr val="000000">
                      <a:alpha val="40000"/>
                    </a:srgbClr>
                  </a:outerShdw>
                </a:effectLst>
              </a:rPr>
              <a:t>GTÜ - Bilgisayar Mühendisliği Bölümü</a:t>
            </a:r>
            <a:endParaRPr sz="1200" b="1">
              <a:solidFill>
                <a:schemeClr val="bg1"/>
              </a:solidFill>
              <a:effectLst>
                <a:outerShdw dist="63500" dir="3600000" algn="tl" rotWithShape="0">
                  <a:srgbClr val="000000">
                    <a:alpha val="40000"/>
                  </a:srgbClr>
                </a:outerShdw>
              </a:effectLst>
            </a:endParaRPr>
          </a:p>
        </p:txBody>
      </p:sp>
      <p:pic>
        <p:nvPicPr>
          <p:cNvPr id="8" name="Picture 15" descr="C:\Users\rehin99\Desktop\bilg-logo.png"/>
          <p:cNvPicPr>
            <a:picLocks noChangeAspect="1"/>
            <a:extLst>
              <a:ext uri="smNativeData">
                <pr:smNativeData xmlns:pr="smNativeData" val="SMDATA_15_uQLjXxMAAAAlAAAAEQAAAC0AAAAAkAAAAEgAAACQAAAASAAAAAAAAAAA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AcAAAA4AAAAAAAAAAAAAAAAAAAA////AAAAAAAAAAAAAAAAAAAAAAAAAAAAAAAAAAAAAABkAAAAZAAAAAAAAAAjAAAABAAAAGQAAAAXAAAAFAAAAAAAAAAAAAAA/38AAP9/AAAAAAAACQAAAAQAAAAAAAAADAAAABAAAAAAAAAAAAAAAAAAAAAAAAAAHgAAAGgAAAAAAAAAAAAAAAAAAAAAAAAAAAAAABAnAAAQJwAAAAAAAAAAAAAAAAAAAAAAAAAAAAAAAAAAAAAAAAAAAAAUAAAAAAAAAMDA/wAAAAAAZAAAADIAAAAAAAAAZAAAAAAAAAB/f38ACgAAAB8AAABUAAAAu+DjBf///wEAAAAAAAAAAAAAAAAAAAAAAAAAAAAAAAAAAAAAAAAAAAAAAAJ/f38AgICAA8zMzADAwP8Af39/AAAAAAAAAAAAAAAAAP///wAAAAAAIQAAABgAAAAUAAAAgQAAABgkAACQBgAAJyoAABAAAAAmAAAACAAAAP//////////"/>
              </a:ext>
            </a:extLst>
          </p:cNvPicPr>
          <p:nvPr/>
        </p:nvPicPr>
        <p:blipFill>
          <a:blip r:embed="rId1"/>
          <a:stretch>
            <a:fillRect/>
          </a:stretch>
        </p:blipFill>
        <p:spPr>
          <a:xfrm>
            <a:off x="81915" y="5867400"/>
            <a:ext cx="984885" cy="984885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id="9" name="Picture 16" descr="C:\Users\rehin99\Desktop\gtu-logo.png"/>
          <p:cNvPicPr>
            <a:picLocks noChangeAspect="1"/>
            <a:extLst>
              <a:ext uri="smNativeData">
                <pr:smNativeData xmlns:pr="smNativeData" val="SMDATA_15_uQLjXxMAAAAlAAAAEQAAAC0AAAAAkAAAAEgAAACQAAAASAAAAAAAAAAA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AcAAAA4AAAAAAAAAAAAAAAAAAAA////AAAAAAAAAAAAAAAAAAAAAAAAAAAAAAAAAAAAAABkAAAAZAAAAAAAAAAjAAAABAAAAGQAAAAXAAAAFAAAAAAAAAAAAAAA/38AAP9/AAAAAAAACQAAAAQAAAAAAAAADAAAABAAAAAAAAAAAAAAAAAAAAAAAAAAHgAAAGgAAAAAAAAAAAAAAAAAAAAAAAAAAAAAABAnAAAQJwAAAAAAAAAAAAAAAAAAAAAAAAAAAAAAAAAAAAAAAAAAAAAUAAAAAAAAAMDA/wAAAAAAZAAAADIAAAAAAAAAZAAAAAAAAAB/f38ACgAAAB8AAABUAAAAu+DjBf///wEAAAAAAAAAAAAAAAAAAAAAAAAAAAAAAAAAAAAAAAAAAAAAAAJ/f38AgICAA8zMzADAwP8Af39/AAAAAAAAAAAAAAAAAP///wAAAAAAIQAAABgAAAAUAAAAODEAAEUAAAAMOAAAjAQAABAAAAAmAAAACAAAAP//////////"/>
              </a:ext>
            </a:extLst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43815"/>
            <a:ext cx="1109980" cy="695325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10" name="Text Box 68"/>
          <p:cNvSpPr>
            <a:extLst>
              <a:ext uri="smNativeData">
                <pr:smNativeData xmlns:pr="smNativeData" val="SMDATA_13_uQLjXxMAAAAlAAAAZAAAAE0AAAAAkAAAAEgAAACQAAAASAAAAAAAAAAA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MAAAAEAAAAAAAAAAAAAAAAAAAAAAAAAAeAAAAaAAAAAAAAAAAAAAAAAAAAAAAAAAAAAAAECcAABAnAAAAAAAAAAAAAAAAAAAAAAAAAAAAAAAAAAAAAAAAAAAAABQAAAAAAAAAwMD/AAAAAABkAAAAMgAAAAAAAABkAAAAAAAAAH9/fwAKAAAAHwAAAFQAAAC74OMF////AQAAAAAAAAAAAAAAAAAAAAAAAAAAAAAAAAAAAAAAAAAAAAAAAn9/fwCAgIADzMzMAMDA/wB/f38AAAAAAAAAAAAAAAAAAAAAAAAAAAAhAAAAGAAAABQAAAAgHAAAKigAAFgvAADeKQAAECAAACYAAAAIAAAA//////////8="/>
              </a:ext>
            </a:extLst>
          </p:cNvSpPr>
          <p:nvPr/>
        </p:nvSpPr>
        <p:spPr>
          <a:xfrm>
            <a:off x="4572000" y="6529070"/>
            <a:ext cx="3124200" cy="27686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t"/>
          <a:lstStyle/>
          <a:p>
            <a:pPr marL="0" marR="0" indent="0" algn="ctr" defTabSz="914400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None/>
              <a:tabLst/>
              <a:defRPr sz="1800" b="0" i="0" u="none" strike="noStrike" kern="1" spc="0" baseline="0">
                <a:solidFill>
                  <a:schemeClr val="tx1"/>
                </a:solidFill>
                <a:effectLst/>
                <a:latin typeface="Arial" pitchFamily="1" charset="0"/>
                <a:ea typeface="Arial" pitchFamily="1" charset="0"/>
                <a:cs typeface="Arial" pitchFamily="1" charset="0"/>
              </a:defRPr>
            </a:pPr>
            <a:r>
              <a:rPr sz="1200" b="1">
                <a:solidFill>
                  <a:schemeClr val="bg1"/>
                </a:solidFill>
                <a:effectLst>
                  <a:outerShdw dist="63500" dir="3600000" algn="tl" rotWithShape="0">
                    <a:srgbClr val="000000">
                      <a:alpha val="40000"/>
                    </a:srgbClr>
                  </a:outerShdw>
                </a:effectLst>
              </a:rPr>
              <a:t>BİL 495/496 Bitirme Projesi </a:t>
            </a:r>
            <a:endParaRPr sz="1200" b="1">
              <a:solidFill>
                <a:schemeClr val="bg1"/>
              </a:solidFill>
              <a:effectLst>
                <a:outerShdw dist="63500" dir="3600000" algn="tl" rotWithShape="0">
                  <a:srgbClr val="000000">
                    <a:alpha val="40000"/>
                  </a:srgbClr>
                </a:outerShdw>
              </a:effectLst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61" r:id="rId3"/>
    <p:sldLayoutId id="2147483762" r:id="rId4"/>
    <p:sldLayoutId id="2147483763" r:id="rId5"/>
    <p:sldLayoutId id="2147483764" r:id="rId6"/>
    <p:sldLayoutId id="2147483765" r:id="rId7"/>
    <p:sldLayoutId id="2147483766" r:id="rId8"/>
    <p:sldLayoutId id="2147483767" r:id="rId9"/>
    <p:sldLayoutId id="2147483768" r:id="rId10"/>
    <p:sldLayoutId id="2147483769" r:id="rId11"/>
    <p:sldLayoutId id="2147483770" r:id="rId12"/>
    <p:sldLayoutId id="2147483771" r:id="rId13"/>
  </p:sldLayoutIdLst>
  <p:hf hdr="0" ftr="0" dt="0"/>
  <p:txStyles>
    <p:titleStyle>
      <a:lvl1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4400" b="0" i="0" u="none" strike="noStrike" kern="1" spc="0" baseline="0">
          <a:solidFill>
            <a:schemeClr val="bg1"/>
          </a:solidFill>
          <a:effectLst>
            <a:outerShdw dist="63500" dir="3600000" algn="tl" rotWithShape="0">
              <a:srgbClr val="000000">
                <a:alpha val="40000"/>
              </a:srgbClr>
            </a:outerShdw>
          </a:effectLst>
          <a:latin typeface="Arial" pitchFamily="1" charset="0"/>
          <a:ea typeface="Arial" pitchFamily="1" charset="0"/>
          <a:cs typeface="Arial" pitchFamily="1" charset="0"/>
        </a:defRPr>
      </a:lvl1pPr>
      <a:lvl2pPr marL="4572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4400" b="0" i="0" u="none" strike="noStrike" kern="1" spc="0" baseline="0">
          <a:solidFill>
            <a:srgbClr val="DDDDDD"/>
          </a:solidFill>
          <a:effectLst/>
          <a:latin typeface="Arial" pitchFamily="1" charset="0"/>
          <a:ea typeface="Arial" pitchFamily="1" charset="0"/>
          <a:cs typeface="Arial" pitchFamily="1" charset="0"/>
        </a:defRPr>
      </a:lvl2pPr>
      <a:lvl3pPr marL="9144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4400" b="0" i="0" u="none" strike="noStrike" kern="1" spc="0" baseline="0">
          <a:solidFill>
            <a:srgbClr val="DDDDDD"/>
          </a:solidFill>
          <a:effectLst/>
          <a:latin typeface="Arial" pitchFamily="1" charset="0"/>
          <a:ea typeface="Arial" pitchFamily="1" charset="0"/>
          <a:cs typeface="Arial" pitchFamily="1" charset="0"/>
        </a:defRPr>
      </a:lvl3pPr>
      <a:lvl4pPr marL="13716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4400" b="0" i="0" u="none" strike="noStrike" kern="1" spc="0" baseline="0">
          <a:solidFill>
            <a:srgbClr val="DDDDDD"/>
          </a:solidFill>
          <a:effectLst/>
          <a:latin typeface="Arial" pitchFamily="1" charset="0"/>
          <a:ea typeface="Arial" pitchFamily="1" charset="0"/>
          <a:cs typeface="Arial" pitchFamily="1" charset="0"/>
        </a:defRPr>
      </a:lvl4pPr>
      <a:lvl5pPr marL="18288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4400" b="0" i="0" u="none" strike="noStrike" kern="1" spc="0" baseline="0">
          <a:solidFill>
            <a:srgbClr val="DDDDDD"/>
          </a:solidFill>
          <a:effectLst/>
          <a:latin typeface="Arial" pitchFamily="1" charset="0"/>
          <a:ea typeface="Arial" pitchFamily="1" charset="0"/>
          <a:cs typeface="Arial" pitchFamily="1" charset="0"/>
        </a:defRPr>
      </a:lvl5pPr>
    </p:titleStyle>
    <p:bodyStyle>
      <a:lvl1pPr marL="342900" marR="0" indent="-342900" algn="l" defTabSz="914400">
        <a:lnSpc>
          <a:spcPct val="100000"/>
        </a:lnSpc>
        <a:spcBef>
          <a:spcPts val="575"/>
        </a:spcBef>
        <a:spcAft>
          <a:spcPts val="0"/>
        </a:spcAft>
        <a:buClrTx/>
        <a:buSzTx/>
        <a:buFontTx/>
        <a:buChar char="•"/>
        <a:tabLst/>
        <a:defRPr sz="2400" b="0" i="0" u="none" strike="noStrike" kern="1" spc="0" baseline="0">
          <a:solidFill>
            <a:schemeClr val="tx1"/>
          </a:solidFill>
          <a:effectLst/>
          <a:latin typeface="Arial" pitchFamily="1" charset="0"/>
          <a:ea typeface="Arial" pitchFamily="1" charset="0"/>
          <a:cs typeface="Arial" pitchFamily="1" charset="0"/>
        </a:defRPr>
      </a:lvl1pPr>
      <a:lvl2pPr marL="742950" marR="0" indent="-285750" algn="l" defTabSz="914400">
        <a:lnSpc>
          <a:spcPct val="100000"/>
        </a:lnSpc>
        <a:spcBef>
          <a:spcPts val="480"/>
        </a:spcBef>
        <a:spcAft>
          <a:spcPts val="0"/>
        </a:spcAft>
        <a:buClrTx/>
        <a:buSzTx/>
        <a:buFontTx/>
        <a:buChar char="–"/>
        <a:tabLst/>
        <a:defRPr sz="2000" b="0" i="0" u="none" strike="noStrike" kern="1" spc="0" baseline="0">
          <a:solidFill>
            <a:schemeClr val="tx1"/>
          </a:solidFill>
          <a:effectLst/>
          <a:latin typeface="Arial" pitchFamily="1" charset="0"/>
          <a:ea typeface="Arial" pitchFamily="1" charset="0"/>
          <a:cs typeface="Arial" pitchFamily="1" charset="0"/>
        </a:defRPr>
      </a:lvl2pPr>
      <a:lvl3pPr marL="1143000" marR="0" indent="-228600" algn="l" defTabSz="914400">
        <a:lnSpc>
          <a:spcPct val="100000"/>
        </a:lnSpc>
        <a:spcBef>
          <a:spcPts val="480"/>
        </a:spcBef>
        <a:spcAft>
          <a:spcPts val="0"/>
        </a:spcAft>
        <a:buClrTx/>
        <a:buSzTx/>
        <a:buFontTx/>
        <a:buChar char="•"/>
        <a:tabLst/>
        <a:defRPr sz="2000" b="0" i="0" u="none" strike="noStrike" kern="1" spc="0" baseline="0">
          <a:solidFill>
            <a:schemeClr val="tx1"/>
          </a:solidFill>
          <a:effectLst/>
          <a:latin typeface="Arial" pitchFamily="1" charset="0"/>
          <a:ea typeface="Arial" pitchFamily="1" charset="0"/>
          <a:cs typeface="Arial" pitchFamily="1" charset="0"/>
        </a:defRPr>
      </a:lvl3pPr>
      <a:lvl4pPr marL="1600200" marR="0" indent="-228600" algn="l" defTabSz="914400">
        <a:lnSpc>
          <a:spcPct val="100000"/>
        </a:lnSpc>
        <a:spcBef>
          <a:spcPts val="480"/>
        </a:spcBef>
        <a:spcAft>
          <a:spcPts val="0"/>
        </a:spcAft>
        <a:buClrTx/>
        <a:buSzTx/>
        <a:buFontTx/>
        <a:buChar char="–"/>
        <a:tabLst/>
        <a:defRPr sz="2000" b="0" i="0" u="none" strike="noStrike" kern="1" spc="0" baseline="0">
          <a:solidFill>
            <a:schemeClr val="tx1"/>
          </a:solidFill>
          <a:effectLst/>
          <a:latin typeface="Arial" pitchFamily="1" charset="0"/>
          <a:ea typeface="Arial" pitchFamily="1" charset="0"/>
          <a:cs typeface="Arial" pitchFamily="1" charset="0"/>
        </a:defRPr>
      </a:lvl4pPr>
      <a:lvl5pPr marL="2057400" marR="0" indent="-228600" algn="l" defTabSz="914400">
        <a:lnSpc>
          <a:spcPct val="100000"/>
        </a:lnSpc>
        <a:spcBef>
          <a:spcPts val="480"/>
        </a:spcBef>
        <a:spcAft>
          <a:spcPts val="0"/>
        </a:spcAft>
        <a:buClrTx/>
        <a:buSzTx/>
        <a:buFontTx/>
        <a:buChar char="»"/>
        <a:tabLst/>
        <a:defRPr sz="2000" b="0" i="0" u="none" strike="noStrike" kern="1" spc="0" baseline="0">
          <a:solidFill>
            <a:schemeClr val="tx1"/>
          </a:solidFill>
          <a:effectLst/>
          <a:latin typeface="Arial" pitchFamily="1" charset="0"/>
          <a:ea typeface="Arial" pitchFamily="1" charset="0"/>
          <a:cs typeface="Arial" pitchFamily="1" charset="0"/>
        </a:defRPr>
      </a:lvl5pPr>
    </p:bodyStyle>
    <p:otherStyle>
      <a:lvl1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spc="0" baseline="0">
          <a:solidFill>
            <a:schemeClr val="tx1"/>
          </a:solidFill>
          <a:effectLst/>
          <a:latin typeface="Arial" pitchFamily="1" charset="0"/>
          <a:ea typeface="Arial" pitchFamily="1" charset="0"/>
          <a:cs typeface="Arial" pitchFamily="1" charset="0"/>
        </a:defRPr>
      </a:lvl1pPr>
      <a:lvl2pPr marL="4572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spc="0" baseline="0">
          <a:solidFill>
            <a:schemeClr val="tx1"/>
          </a:solidFill>
          <a:effectLst/>
          <a:latin typeface="Arial" pitchFamily="1" charset="0"/>
          <a:ea typeface="Arial" pitchFamily="1" charset="0"/>
          <a:cs typeface="Arial" pitchFamily="1" charset="0"/>
        </a:defRPr>
      </a:lvl2pPr>
      <a:lvl3pPr marL="9144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spc="0" baseline="0">
          <a:solidFill>
            <a:schemeClr val="tx1"/>
          </a:solidFill>
          <a:effectLst/>
          <a:latin typeface="Arial" pitchFamily="1" charset="0"/>
          <a:ea typeface="Arial" pitchFamily="1" charset="0"/>
          <a:cs typeface="Arial" pitchFamily="1" charset="0"/>
        </a:defRPr>
      </a:lvl3pPr>
      <a:lvl4pPr marL="13716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spc="0" baseline="0">
          <a:solidFill>
            <a:schemeClr val="tx1"/>
          </a:solidFill>
          <a:effectLst/>
          <a:latin typeface="Arial" pitchFamily="1" charset="0"/>
          <a:ea typeface="Arial" pitchFamily="1" charset="0"/>
          <a:cs typeface="Arial" pitchFamily="1" charset="0"/>
        </a:defRPr>
      </a:lvl4pPr>
      <a:lvl5pPr marL="18288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spc="0" baseline="0">
          <a:solidFill>
            <a:schemeClr val="tx1"/>
          </a:solidFill>
          <a:effectLst/>
          <a:latin typeface="Arial" pitchFamily="1" charset="0"/>
          <a:ea typeface="Arial" pitchFamily="1" charset="0"/>
          <a:cs typeface="Arial" pitchFamily="1" charset="0"/>
        </a:defRPr>
      </a:lvl5pPr>
    </p:otherStyle>
  </p:txStyles>
</p:sldMaster>
</file>

<file path=ppt/slides/_rels/slide1.xml.rels><?xml version="1.0" encoding="UTF-8" standalone="yes" 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 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 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 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 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6.xml.rels><?xml version="1.0" encoding="UTF-8" standalone="yes" 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/Relationships>
</file>

<file path=ppt/slides/_rels/slide7.xml.rels><?xml version="1.0" encoding="UTF-8" standalone="yes" 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png"/></Relationships>
</file>

<file path=ppt/slides/_rels/slide8.xml.rels><?xml version="1.0" encoding="UTF-8" standalone="yes" 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 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slide1.xml><?xml version="1.0" encoding="utf-8"?>
<p:sld xmlns:p="http://schemas.openxmlformats.org/presentationml/2006/main" xmlns:p14="http://schemas.microsoft.com/office/powerpoint/2010/main" xmlns:r="http://schemas.openxmlformats.org/officeDocument/2006/relationships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Grp="1" noChangeArrowheads="1"/>
            <a:extLst>
              <a:ext uri="smNativeData">
                <pr:smNativeData xmlns:pr="smNativeData" val="SMDATA_13_uQLjXxMAAAAlAAAAZAAAAA0AAAAAkAAAAEgAAACQAAAASAAAAAAAAAAB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MAAAAEAAAAAAAAAAAAAAAAAAAAAAAAAAeAAAAaAAAAAAAAAAAAAAAAAAAAAAAAAAAAAAAECcAABAnAAAAAAAAAAAAAAAAAAAAAAAAAAAAAAAAAAAAAAAAAAAAABQAAAAAAAAAwMD/AAAAAABkAAAAMgAAAAAAAABkAAAAAAAAAH9/fwAKAAAAHwAAAFQAAAC74OMF////AQAAAAAAAAAAAAAAAAAAAAAAAAAAAAAAAAAAAAAAAAAAAAAAAn9/fwCAgIADzMzMAMDA/wB/f38AAAAAAAAAAAAAAAAAAAAAAAAAAAAhAAAAGAAAABQAAADwAAAAmA0AANg2AAD4FgAAEAAAACYAAAAIAAAAAQAAAAAAAAA="/>
              </a:ext>
            </a:extLst>
          </p:cNvSpPr>
          <p:nvPr>
            <p:ph type="ctrTitle"/>
          </p:nvPr>
        </p:nvSpPr>
        <p:spPr>
          <a:xfrm>
            <a:off x="152400" y="2209800"/>
            <a:ext cx="8763000" cy="1524000"/>
          </a:xfrm>
        </p:spPr>
        <p:txBody>
          <a:bodyPr/>
          <a:lstStyle/>
          <a:p>
            <a:pPr>
              <a:defRPr lang="tr-tr"/>
            </a:pPr>
            <a:r>
              <a:rPr lang="tr-tr" sz="3600"/>
              <a:t>Travel Route Optimization</a:t>
            </a:r>
            <a:endParaRPr lang="tr-tr" sz="3600"/>
          </a:p>
        </p:txBody>
      </p:sp>
      <p:sp>
        <p:nvSpPr>
          <p:cNvPr id="3" name="Rectangle 3"/>
          <p:cNvSpPr>
            <a:spLocks noGrp="1" noChangeArrowheads="1"/>
            <a:extLst>
              <a:ext uri="smNativeData">
                <pr:smNativeData xmlns:pr="smNativeData" val="SMDATA_13_uQLjXxMAAAAlAAAAZAAAAA0AAAAAkAAAAEgAAACQAAAASAAAAAAAAAAA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MAAAAEAAAAAAAAAAAAAAAAAAAAAAAAAAeAAAAaAAAAAAAAAAAAAAAAAAAAAAAAAAAAAAAECcAABAnAAAAAAAAAAAAAAAAAAAAAAAAAAAAAAAAAAAAAAAAAAAAABQAAAAAAAAAwMD/AAAAAABkAAAAMgAAAAAAAABkAAAAAAAAAH9/fwAKAAAAHwAAAFQAAAC74OMF////AQAAAAAAAAAAAAAAAAAAAAAAAAAAAAAAAAAAAAAAAAAAAAAAAn9/fwCAgIADzMzMAMDA/wB/f38AAAAAAAAAAAAAAAAAAAAAAAAAAAAhAAAAGAAAABQAAAD4BwAAcBcAAFgvAACILAAAAAAAACYAAAAIAAAAAQAAAAAAAAA="/>
              </a:ext>
            </a:extLst>
          </p:cNvSpPr>
          <p:nvPr>
            <p:ph type="subTitle" idx="1"/>
          </p:nvPr>
        </p:nvSpPr>
        <p:spPr>
          <a:xfrm>
            <a:off x="1295400" y="3810000"/>
            <a:ext cx="6400800" cy="3429000"/>
          </a:xfrm>
        </p:spPr>
        <p:txBody>
          <a:bodyPr/>
          <a:lstStyle/>
          <a:p>
            <a:pPr>
              <a:lnSpc>
                <a:spcPct val="80000"/>
              </a:lnSpc>
              <a:defRPr lang="tr-tr"/>
            </a:pPr>
            <a:endParaRPr lang="tr-tr" sz="2000" b="1"/>
          </a:p>
          <a:p>
            <a:pPr>
              <a:lnSpc>
                <a:spcPct val="80000"/>
              </a:lnSpc>
              <a:defRPr lang="tr-tr"/>
            </a:pPr>
            <a:r>
              <a:rPr lang="tr-tr" sz="2000" b="1"/>
              <a:t>BIL 496</a:t>
            </a:r>
            <a:endParaRPr lang="tr-tr" sz="2000" b="1"/>
          </a:p>
          <a:p>
            <a:pPr>
              <a:lnSpc>
                <a:spcPct val="80000"/>
              </a:lnSpc>
              <a:defRPr lang="tr-tr"/>
            </a:pPr>
            <a:r>
              <a:rPr lang="tr-tr" sz="2000" b="1"/>
              <a:t>2. İzleme Sunum</a:t>
            </a:r>
            <a:r>
              <a:rPr lang="en-us" sz="2000" b="1"/>
              <a:t>u</a:t>
            </a:r>
            <a:endParaRPr lang="en-us" sz="2000" b="1"/>
          </a:p>
          <a:p>
            <a:pPr>
              <a:lnSpc>
                <a:spcPct val="80000"/>
              </a:lnSpc>
              <a:defRPr lang="tr-tr"/>
            </a:pPr>
            <a:endParaRPr lang="tr-tr" sz="1400"/>
          </a:p>
          <a:p>
            <a:pPr>
              <a:lnSpc>
                <a:spcPct val="80000"/>
              </a:lnSpc>
              <a:defRPr lang="tr-tr"/>
            </a:pPr>
            <a:endParaRPr lang="tr-tr" sz="1400"/>
          </a:p>
          <a:p>
            <a:pPr>
              <a:lnSpc>
                <a:spcPct val="80000"/>
              </a:lnSpc>
              <a:defRPr lang="tr-tr"/>
            </a:pPr>
            <a:r>
              <a:rPr lang="en-us" sz="2000" b="1"/>
              <a:t>Ahmet </a:t>
            </a:r>
            <a:r>
              <a:rPr lang="tr-tr" sz="2000" b="1"/>
              <a:t>ÇETİNKAYA</a:t>
            </a:r>
            <a:endParaRPr lang="tr-tr" sz="2000" b="1"/>
          </a:p>
          <a:p>
            <a:pPr>
              <a:lnSpc>
                <a:spcPct val="80000"/>
              </a:lnSpc>
              <a:defRPr lang="tr-tr"/>
            </a:pPr>
            <a:endParaRPr lang="tr-tr" sz="2000" b="1"/>
          </a:p>
          <a:p>
            <a:pPr>
              <a:lnSpc>
                <a:spcPct val="80000"/>
              </a:lnSpc>
              <a:defRPr lang="tr-tr"/>
            </a:pPr>
            <a:r>
              <a:rPr lang="tr-tr" sz="1800" b="1"/>
              <a:t>DR.Gökhan KAYA</a:t>
            </a:r>
            <a:endParaRPr lang="tr-tr" sz="1800" b="1"/>
          </a:p>
          <a:p>
            <a:pPr>
              <a:lnSpc>
                <a:spcPct val="80000"/>
              </a:lnSpc>
              <a:defRPr lang="tr-tr"/>
            </a:pPr>
            <a:r>
              <a:rPr lang="tr-tr" sz="1800" b="1"/>
              <a:t>Aralık 2020</a:t>
            </a:r>
            <a:endParaRPr lang="tr-tr" sz="1800" b="1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p="http://schemas.openxmlformats.org/presentationml/2006/main" xmlns:p14="http://schemas.microsoft.com/office/powerpoint/2010/main" xmlns:r="http://schemas.openxmlformats.org/officeDocument/2006/relationships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3 Slayt Numarası Yer Tutucusu"/>
          <p:cNvSpPr>
            <a:spLocks noGrp="1" noChangeArrowheads="1"/>
            <a:extLst>
              <a:ext uri="smNativeData">
                <pr:smNativeData xmlns:pr="smNativeData" val="SMDATA_13_uQLjXxMAAAAlAAAAZAAAAA0AAAAAkAAAAEgAAACQAAAASAAAAAAAAAAA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MAAAAEAAAAAAAAAAAAAAAAAAAAAAAAAAeAAAAaAAAAAAAAAAAAAAAAAAAAAAAAAAAAAAAECcAABAnAAAAAAAAAAAAAAAAAAAAAAAAAAAAAAAAAAAAAAAAAAAAABQAAAAAAAAAwMD/AAAAAABkAAAAMgAAAAAAAABkAAAAAAAAAH9/fwAKAAAAHwAAAFQAAAC74OMF////AQAAAAAAAAAAAAAAAAAAAAAAAAAAAAAAAAAAAAAAAAAAAAAAAn9/fwCAgIADzMzMAMDA/wB/f38AAAAAAAAAAAAAAAAAAAAAAAAAAAAhAAAAGAAAABQAAACANAAAUCgAAFA3AADIKAAAEAAAACYAAAAIAAAAAIAAAP8fAAA="/>
              </a:ext>
            </a:extLst>
          </p:cNvSpPr>
          <p:nvPr>
            <p:ph type="sldNum" sz="quarter" idx="10"/>
          </p:nvPr>
        </p:nvSpPr>
        <p:spPr>
          <a:noFill/>
          <a:ln>
            <a:noFill/>
          </a:ln>
        </p:spPr>
        <p:txBody>
          <a:bodyPr/>
          <a:lstStyle>
            <a:lvl1pPr>
              <a:spcBef>
                <a:spcPts val="0"/>
              </a:spcBef>
              <a:buChar char="•"/>
              <a:defRPr lang="tr-tr" sz="3200">
                <a:solidFill>
                  <a:schemeClr val="tx1"/>
                </a:solidFill>
                <a:latin typeface="Arial" pitchFamily="1" charset="0"/>
                <a:ea typeface="Arial" pitchFamily="1" charset="0"/>
                <a:cs typeface="Arial" pitchFamily="1" charset="0"/>
              </a:defRPr>
            </a:lvl1pPr>
            <a:lvl2pPr marL="742950" indent="-285750">
              <a:spcBef>
                <a:spcPts val="0"/>
              </a:spcBef>
              <a:buChar char="–"/>
              <a:defRPr lang="tr-tr" sz="2800">
                <a:solidFill>
                  <a:schemeClr val="tx1"/>
                </a:solidFill>
                <a:latin typeface="Arial" pitchFamily="1" charset="0"/>
                <a:ea typeface="Arial" pitchFamily="1" charset="0"/>
                <a:cs typeface="Arial" pitchFamily="1" charset="0"/>
              </a:defRPr>
            </a:lvl2pPr>
            <a:lvl3pPr marL="1143000" indent="-228600">
              <a:spcBef>
                <a:spcPts val="0"/>
              </a:spcBef>
              <a:buChar char="•"/>
              <a:defRPr lang="tr-tr" sz="2400">
                <a:solidFill>
                  <a:schemeClr val="tx1"/>
                </a:solidFill>
                <a:latin typeface="Arial" pitchFamily="1" charset="0"/>
                <a:ea typeface="Arial" pitchFamily="1" charset="0"/>
                <a:cs typeface="Arial" pitchFamily="1" charset="0"/>
              </a:defRPr>
            </a:lvl3pPr>
            <a:lvl4pPr marL="1600200" indent="-228600">
              <a:spcBef>
                <a:spcPts val="0"/>
              </a:spcBef>
              <a:buChar char="–"/>
              <a:defRPr lang="tr-tr" sz="2000">
                <a:solidFill>
                  <a:schemeClr val="tx1"/>
                </a:solidFill>
                <a:latin typeface="Arial" pitchFamily="1" charset="0"/>
                <a:ea typeface="Arial" pitchFamily="1" charset="0"/>
                <a:cs typeface="Arial" pitchFamily="1" charset="0"/>
              </a:defRPr>
            </a:lvl4pPr>
            <a:lvl5pPr marL="2057400" indent="-228600">
              <a:spcBef>
                <a:spcPts val="0"/>
              </a:spcBef>
              <a:buChar char="»"/>
              <a:defRPr lang="tr-tr" sz="2000">
                <a:solidFill>
                  <a:schemeClr val="tx1"/>
                </a:solidFill>
                <a:latin typeface="Arial" pitchFamily="1" charset="0"/>
                <a:ea typeface="Arial" pitchFamily="1" charset="0"/>
                <a:cs typeface="Arial" pitchFamily="1" charset="0"/>
              </a:defRPr>
            </a:lvl5pPr>
            <a:lvl6pPr marL="2514600" indent="-228600">
              <a:spcBef>
                <a:spcPts val="0"/>
              </a:spcBef>
              <a:spcAft>
                <a:spcPts val="0"/>
              </a:spcAft>
              <a:buChar char="»"/>
              <a:defRPr lang="tr-tr" sz="2000">
                <a:solidFill>
                  <a:schemeClr val="tx1"/>
                </a:solidFill>
                <a:latin typeface="Arial" pitchFamily="1" charset="0"/>
                <a:ea typeface="Arial" pitchFamily="1" charset="0"/>
                <a:cs typeface="Arial" pitchFamily="1" charset="0"/>
              </a:defRPr>
            </a:lvl6pPr>
            <a:lvl7pPr marL="2971800" indent="-228600">
              <a:spcBef>
                <a:spcPts val="0"/>
              </a:spcBef>
              <a:spcAft>
                <a:spcPts val="0"/>
              </a:spcAft>
              <a:buChar char="»"/>
              <a:defRPr lang="tr-tr" sz="2000">
                <a:solidFill>
                  <a:schemeClr val="tx1"/>
                </a:solidFill>
                <a:latin typeface="Arial" pitchFamily="1" charset="0"/>
                <a:ea typeface="Arial" pitchFamily="1" charset="0"/>
                <a:cs typeface="Arial" pitchFamily="1" charset="0"/>
              </a:defRPr>
            </a:lvl7pPr>
            <a:lvl8pPr marL="3429000" indent="-228600">
              <a:spcBef>
                <a:spcPts val="0"/>
              </a:spcBef>
              <a:spcAft>
                <a:spcPts val="0"/>
              </a:spcAft>
              <a:buChar char="»"/>
              <a:defRPr lang="tr-tr" sz="2000">
                <a:solidFill>
                  <a:schemeClr val="tx1"/>
                </a:solidFill>
                <a:latin typeface="Arial" pitchFamily="1" charset="0"/>
                <a:ea typeface="Arial" pitchFamily="1" charset="0"/>
                <a:cs typeface="Arial" pitchFamily="1" charset="0"/>
              </a:defRPr>
            </a:lvl8pPr>
            <a:lvl9pPr marL="3886200" indent="-228600">
              <a:spcBef>
                <a:spcPts val="0"/>
              </a:spcBef>
              <a:spcAft>
                <a:spcPts val="0"/>
              </a:spcAft>
              <a:buChar char="»"/>
              <a:defRPr lang="tr-tr" sz="2000">
                <a:solidFill>
                  <a:schemeClr val="tx1"/>
                </a:solidFill>
                <a:latin typeface="Arial" pitchFamily="1" charset="0"/>
                <a:ea typeface="Arial" pitchFamily="1" charset="0"/>
                <a:cs typeface="Arial" pitchFamily="1" charset="0"/>
              </a:defRPr>
            </a:lvl9pPr>
          </a:lstStyle>
          <a:p>
            <a:pPr>
              <a:spcBef>
                <a:spcPts val="0"/>
              </a:spcBef>
              <a:buNone/>
              <a:defRPr lang="tr-tr"/>
            </a:pPr>
            <a:fld id="{C095632D-1FB8-FBF2-F616-E9A74A5800BC}" type="slidenum">
              <a:rPr lang="tr-tr" sz="1000">
                <a:solidFill>
                  <a:srgbClr val="FFFFE5"/>
                </a:solidFill>
              </a:rPr>
              <a:t>2</a:t>
            </a:fld>
            <a:endParaRPr lang="tr-tr" sz="1000">
              <a:solidFill>
                <a:srgbClr val="FFFFE5"/>
              </a:solidFill>
            </a:endParaRPr>
          </a:p>
        </p:txBody>
      </p:sp>
      <p:sp>
        <p:nvSpPr>
          <p:cNvPr id="3" name="Rectangle 3"/>
          <p:cNvSpPr>
            <a:spLocks noGrp="1" noChangeArrowheads="1"/>
            <a:extLst>
              <a:ext uri="smNativeData">
                <pr:smNativeData xmlns:pr="smNativeData" val="SMDATA_13_uQLjXxMAAAAlAAAAZAAAAA0AAAAAkAAAAEgAAACQAAAASAAAAAAAAAAA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MAAAAEAAAAAAAAAAAAAAAAAAAAAAAAAAeAAAAaAAAAAAAAAAAAAAAAAAAAAAAAAAAAAAAECcAABAnAAAAAAAAAAAAAAAAAAAAAAAAAAAAAAAAAAAAAAAAAAAAABQAAAAAAAAAwMD/AAAAAABkAAAAMgAAAAAAAABkAAAAAAAAAH9/fwAKAAAAHwAAAFQAAAC74OMF////AQAAAAAAAAAAAAAAAAAAAAAAAAAAAAAAAAAAAAAAAAAAAAAAAn9/fwCAgIADzMzMAMDA/wB/f38AAAAAAAAAAAAAAAAAAAAAAAAAAAAhAAAAGAAAABQAAADwAAAA+AcAAOAuAACQJAAAEAAAACYAAAAIAAAAAQAAAAAAAAA="/>
              </a:ext>
            </a:extLst>
          </p:cNvSpPr>
          <p:nvPr>
            <p:ph type="body" idx="1"/>
          </p:nvPr>
        </p:nvSpPr>
        <p:spPr>
          <a:xfrm>
            <a:off x="152400" y="1295400"/>
            <a:ext cx="7467600" cy="4648200"/>
          </a:xfrm>
        </p:spPr>
        <p:txBody>
          <a:bodyPr/>
          <a:lstStyle/>
          <a:p>
            <a:pPr>
              <a:lnSpc>
                <a:spcPct val="90000"/>
              </a:lnSpc>
              <a:defRPr lang="tr-tr"/>
            </a:pPr>
            <a:r>
              <a:rPr lang="tr-tr" sz="2400"/>
              <a:t>Projeyi Hatırlayalım</a:t>
            </a:r>
            <a:endParaRPr lang="tr-tr" sz="2400"/>
          </a:p>
          <a:p>
            <a:pPr>
              <a:lnSpc>
                <a:spcPct val="90000"/>
              </a:lnSpc>
              <a:defRPr lang="tr-tr"/>
            </a:pPr>
            <a:endParaRPr lang="tr-tr" sz="2400"/>
          </a:p>
          <a:p>
            <a:pPr>
              <a:lnSpc>
                <a:spcPct val="90000"/>
              </a:lnSpc>
              <a:defRPr lang="tr-tr" sz="2400"/>
            </a:pPr>
            <a:r>
              <a:t>Algoritma </a:t>
            </a:r>
          </a:p>
          <a:p>
            <a:pPr>
              <a:lnSpc>
                <a:spcPct val="90000"/>
              </a:lnSpc>
              <a:defRPr lang="tr-tr" sz="2400"/>
            </a:pPr>
          </a:p>
          <a:p>
            <a:pPr>
              <a:lnSpc>
                <a:spcPct val="90000"/>
              </a:lnSpc>
              <a:defRPr lang="tr-tr" sz="2400"/>
            </a:pPr>
            <a:r>
              <a:t>Mobil Uygulama</a:t>
            </a:r>
          </a:p>
          <a:p>
            <a:pPr>
              <a:lnSpc>
                <a:spcPct val="90000"/>
              </a:lnSpc>
              <a:defRPr lang="tr-tr"/>
            </a:pPr>
            <a:endParaRPr lang="tr-tr" sz="2400"/>
          </a:p>
          <a:p>
            <a:pPr>
              <a:lnSpc>
                <a:spcPct val="90000"/>
              </a:lnSpc>
              <a:defRPr lang="tr-tr" sz="2400"/>
            </a:pPr>
            <a:r>
              <a:t>Servis Geliştirmeleri</a:t>
            </a:r>
          </a:p>
          <a:p>
            <a:pPr>
              <a:lnSpc>
                <a:spcPct val="90000"/>
              </a:lnSpc>
              <a:defRPr lang="tr-tr" sz="2400"/>
            </a:pPr>
          </a:p>
          <a:p>
            <a:pPr>
              <a:lnSpc>
                <a:spcPct val="90000"/>
              </a:lnSpc>
              <a:defRPr lang="tr-tr" sz="2400"/>
            </a:pPr>
            <a:r>
              <a:t>Geliştirilmesi Gerekenler</a:t>
            </a:r>
          </a:p>
          <a:p>
            <a:pPr marL="0" indent="0">
              <a:lnSpc>
                <a:spcPct val="90000"/>
              </a:lnSpc>
              <a:buNone/>
              <a:defRPr lang="tr-tr"/>
            </a:pPr>
            <a:endParaRPr lang="tr-tr" sz="2400"/>
          </a:p>
        </p:txBody>
      </p:sp>
      <p:sp>
        <p:nvSpPr>
          <p:cNvPr id="4" name="Rectangle 4"/>
          <p:cNvSpPr>
            <a:spLocks noGrp="1" noChangeArrowheads="1"/>
            <a:extLst>
              <a:ext uri="smNativeData">
                <pr:smNativeData xmlns:pr="smNativeData" val="SMDATA_13_uQLjXxMAAAAlAAAAZAAAAA0AAAAAkAAAAEgAAACQAAAASAAAAAAAAAAB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MAAAAEAAAAAAAAAAAAAAAAAAAAAAAAAAeAAAAaAAAAAAAAAAAAAAAAAAAAAAAAAAAAAAAECcAABAnAAAAAAAAAAAAAAAAAAAAAAAAAAAAAAAAAAAAAAAAAAAAABQAAAAAAAAAwMD/AAAAAABkAAAAMgAAAAAAAABkAAAAAAAAAH9/fwAKAAAAHwAAAFQAAAC74OMF////AQAAAAAAAAAAAAAAAAAAAAAAAAAAAAAAAAAAAAAAAAAAAAAAAn9/fwCAgIADzMzMAMDA/wB/f38AAAAAAAAAAAAAAAAAAAAAAAAAAAAhAAAAGAAAABQAAADwAAAAqAAAADgxAAA4BAAAEAAAACYAAAAIAAAAAAAAAAAAAAA="/>
              </a:ext>
            </a:extLst>
          </p:cNvSpPr>
          <p:nvPr>
            <p:ph type="title"/>
          </p:nvPr>
        </p:nvSpPr>
        <p:spPr/>
        <p:txBody>
          <a:bodyPr/>
          <a:lstStyle/>
          <a:p>
            <a:pPr>
              <a:defRPr lang="tr-tr"/>
            </a:pPr>
            <a:r>
              <a:rPr lang="tr-tr" sz="4000"/>
              <a:t>İçerik</a:t>
            </a:r>
            <a:endParaRPr lang="tr-tr" sz="40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p="http://schemas.openxmlformats.org/presentationml/2006/main" xmlns:p14="http://schemas.microsoft.com/office/powerpoint/2010/main" xmlns:r="http://schemas.openxmlformats.org/officeDocument/2006/relationships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3 Slayt Numarası Yer Tutucusu"/>
          <p:cNvSpPr>
            <a:spLocks noGrp="1" noChangeArrowheads="1"/>
            <a:extLst>
              <a:ext uri="smNativeData">
                <pr:smNativeData xmlns:pr="smNativeData" val="SMDATA_13_uQLjXxMAAAAlAAAAZAAAAA0AAAAAkAAAAEgAAACQAAAASAAAAAAAAAAA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GURAAAMAAAAEAAAAAAAAAAAAAAAAAAAAAAAAAAeAAAAaAAAAAAAAAAAAAAAAAAAAAAAAAAAAAAAECcAABAnAAAAAAAAAAAAAAAAAAAAAAAAAAAAAAAAAAAAAAAAAAAAABQAAAAAAAAAwMD/AAAAAABkAAAAMgAAAAAAAABkAAAAAAAAAH9/fwAKAAAAHwAAAFQAAAC74OMF////AQAAAAAAAAAAAAAAAAAAAAAAAAAAAAAAAAAAAAAAAAAAAAAAAn9/fwCAgIADzMzMAMDA/wB/f38AAAAAAAAAAAAAAAAAAAAAAAAAAAAhAAAAGAAAABQAAACANAAAUCgAAFA3AADIKAAAEAAAACYAAAAIAAAAAIAAAP8fAAA="/>
              </a:ext>
            </a:extLst>
          </p:cNvSpPr>
          <p:nvPr>
            <p:ph type="sldNum" sz="quarter" idx="10"/>
          </p:nvPr>
        </p:nvSpPr>
        <p:spPr>
          <a:noFill/>
          <a:ln>
            <a:noFill/>
          </a:ln>
        </p:spPr>
        <p:txBody>
          <a:bodyPr/>
          <a:lstStyle>
            <a:lvl1pPr>
              <a:spcBef>
                <a:spcPts val="0"/>
              </a:spcBef>
              <a:buChar char="•"/>
              <a:defRPr lang="tr-tr" sz="3200">
                <a:solidFill>
                  <a:schemeClr val="tx1"/>
                </a:solidFill>
                <a:latin typeface="Arial" pitchFamily="1" charset="0"/>
                <a:ea typeface="Arial" pitchFamily="1" charset="0"/>
                <a:cs typeface="Arial" pitchFamily="1" charset="0"/>
              </a:defRPr>
            </a:lvl1pPr>
            <a:lvl2pPr marL="742950" indent="-285750">
              <a:spcBef>
                <a:spcPts val="0"/>
              </a:spcBef>
              <a:buChar char="–"/>
              <a:defRPr lang="tr-tr" sz="2800">
                <a:solidFill>
                  <a:schemeClr val="tx1"/>
                </a:solidFill>
                <a:latin typeface="Arial" pitchFamily="1" charset="0"/>
                <a:ea typeface="Arial" pitchFamily="1" charset="0"/>
                <a:cs typeface="Arial" pitchFamily="1" charset="0"/>
              </a:defRPr>
            </a:lvl2pPr>
            <a:lvl3pPr marL="1143000" indent="-228600">
              <a:spcBef>
                <a:spcPts val="0"/>
              </a:spcBef>
              <a:buChar char="•"/>
              <a:defRPr lang="tr-tr" sz="2400">
                <a:solidFill>
                  <a:schemeClr val="tx1"/>
                </a:solidFill>
                <a:latin typeface="Arial" pitchFamily="1" charset="0"/>
                <a:ea typeface="Arial" pitchFamily="1" charset="0"/>
                <a:cs typeface="Arial" pitchFamily="1" charset="0"/>
              </a:defRPr>
            </a:lvl3pPr>
            <a:lvl4pPr marL="1600200" indent="-228600">
              <a:spcBef>
                <a:spcPts val="0"/>
              </a:spcBef>
              <a:buChar char="–"/>
              <a:defRPr lang="tr-tr" sz="2000">
                <a:solidFill>
                  <a:schemeClr val="tx1"/>
                </a:solidFill>
                <a:latin typeface="Arial" pitchFamily="1" charset="0"/>
                <a:ea typeface="Arial" pitchFamily="1" charset="0"/>
                <a:cs typeface="Arial" pitchFamily="1" charset="0"/>
              </a:defRPr>
            </a:lvl4pPr>
            <a:lvl5pPr marL="2057400" indent="-228600">
              <a:spcBef>
                <a:spcPts val="0"/>
              </a:spcBef>
              <a:buChar char="»"/>
              <a:defRPr lang="tr-tr" sz="2000">
                <a:solidFill>
                  <a:schemeClr val="tx1"/>
                </a:solidFill>
                <a:latin typeface="Arial" pitchFamily="1" charset="0"/>
                <a:ea typeface="Arial" pitchFamily="1" charset="0"/>
                <a:cs typeface="Arial" pitchFamily="1" charset="0"/>
              </a:defRPr>
            </a:lvl5pPr>
            <a:lvl6pPr marL="2514600" indent="-228600">
              <a:spcBef>
                <a:spcPts val="0"/>
              </a:spcBef>
              <a:spcAft>
                <a:spcPts val="0"/>
              </a:spcAft>
              <a:buChar char="»"/>
              <a:defRPr lang="tr-tr" sz="2000">
                <a:solidFill>
                  <a:schemeClr val="tx1"/>
                </a:solidFill>
                <a:latin typeface="Arial" pitchFamily="1" charset="0"/>
                <a:ea typeface="Arial" pitchFamily="1" charset="0"/>
                <a:cs typeface="Arial" pitchFamily="1" charset="0"/>
              </a:defRPr>
            </a:lvl6pPr>
            <a:lvl7pPr marL="2971800" indent="-228600">
              <a:spcBef>
                <a:spcPts val="0"/>
              </a:spcBef>
              <a:spcAft>
                <a:spcPts val="0"/>
              </a:spcAft>
              <a:buChar char="»"/>
              <a:defRPr lang="tr-tr" sz="2000">
                <a:solidFill>
                  <a:schemeClr val="tx1"/>
                </a:solidFill>
                <a:latin typeface="Arial" pitchFamily="1" charset="0"/>
                <a:ea typeface="Arial" pitchFamily="1" charset="0"/>
                <a:cs typeface="Arial" pitchFamily="1" charset="0"/>
              </a:defRPr>
            </a:lvl7pPr>
            <a:lvl8pPr marL="3429000" indent="-228600">
              <a:spcBef>
                <a:spcPts val="0"/>
              </a:spcBef>
              <a:spcAft>
                <a:spcPts val="0"/>
              </a:spcAft>
              <a:buChar char="»"/>
              <a:defRPr lang="tr-tr" sz="2000">
                <a:solidFill>
                  <a:schemeClr val="tx1"/>
                </a:solidFill>
                <a:latin typeface="Arial" pitchFamily="1" charset="0"/>
                <a:ea typeface="Arial" pitchFamily="1" charset="0"/>
                <a:cs typeface="Arial" pitchFamily="1" charset="0"/>
              </a:defRPr>
            </a:lvl8pPr>
            <a:lvl9pPr marL="3886200" indent="-228600">
              <a:spcBef>
                <a:spcPts val="0"/>
              </a:spcBef>
              <a:spcAft>
                <a:spcPts val="0"/>
              </a:spcAft>
              <a:buChar char="»"/>
              <a:defRPr lang="tr-tr" sz="2000">
                <a:solidFill>
                  <a:schemeClr val="tx1"/>
                </a:solidFill>
                <a:latin typeface="Arial" pitchFamily="1" charset="0"/>
                <a:ea typeface="Arial" pitchFamily="1" charset="0"/>
                <a:cs typeface="Arial" pitchFamily="1" charset="0"/>
              </a:defRPr>
            </a:lvl9pPr>
          </a:lstStyle>
          <a:p>
            <a:pPr>
              <a:spcBef>
                <a:spcPts val="0"/>
              </a:spcBef>
              <a:buNone/>
              <a:defRPr lang="tr-tr"/>
            </a:pPr>
            <a:fld id="{C095632D-88F8-A6FE-B64B-7EAB4605402B}" type="slidenum">
              <a:rPr lang="tr-tr" sz="1000">
                <a:solidFill>
                  <a:srgbClr val="FFFFE5"/>
                </a:solidFill>
              </a:rPr>
              <a:t>3</a:t>
            </a:fld>
            <a:endParaRPr lang="tr-tr" sz="1000">
              <a:solidFill>
                <a:srgbClr val="FFFFE5"/>
              </a:solidFill>
            </a:endParaRPr>
          </a:p>
        </p:txBody>
      </p:sp>
      <p:sp>
        <p:nvSpPr>
          <p:cNvPr id="3" name="Rectangle 2"/>
          <p:cNvSpPr>
            <a:spLocks noGrp="1" noChangeArrowheads="1"/>
            <a:extLst>
              <a:ext uri="smNativeData">
                <pr:smNativeData xmlns:pr="smNativeData" val="SMDATA_13_uQLjXxMAAAAlAAAAZAAAAA0AAAAAkAAAAEgAAACQAAAASAAAAAAAAAAB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MAAAAEAAAAAAAAAAAAAAAAAAAAAAAAAAeAAAAaAAAAAAAAAAAAAAAAAAAAAAAAAAAAAAAECcAABAnAAAAAAAAAAAAAAAAAAAAAAAAAAAAAAAAAAAAAAAAAAAAABQAAAAAAAAAwMD/AAAAAABkAAAAMgAAAAAAAABkAAAAAAAAAH9/fwAKAAAAHwAAAFQAAAC74OMF////AQAAAAAAAAAAAAAAAAAAAAAAAAAAAAAAAAAAAAAAAAAAAAAAAn9/fwCAgIADzMzMAMDA/wB/f38AAAAAAAAAAAAAAAAAAAAAAAAAAAAhAAAAGAAAABQAAADwAAAAqAAAADgxAAA4BAAAEAAAACYAAAAIAAAAAAAAAAAAAAA="/>
              </a:ext>
            </a:extLst>
          </p:cNvSpPr>
          <p:nvPr>
            <p:ph type="title"/>
          </p:nvPr>
        </p:nvSpPr>
        <p:spPr/>
        <p:txBody>
          <a:bodyPr/>
          <a:lstStyle/>
          <a:p>
            <a:pPr>
              <a:defRPr lang="tr-tr"/>
            </a:pPr>
            <a:r>
              <a:rPr lang="tr-tr" sz="4000"/>
              <a:t>Proje Şeması ve Tanımı</a:t>
            </a:r>
            <a:endParaRPr lang="tr-tr" sz="4000"/>
          </a:p>
        </p:txBody>
      </p:sp>
      <p:sp>
        <p:nvSpPr>
          <p:cNvPr id="4" name="Rectangle 4"/>
          <p:cNvSpPr>
            <a:spLocks noGrp="1" noChangeArrowheads="1"/>
            <a:extLst>
              <a:ext uri="smNativeData">
                <pr:smNativeData xmlns:pr="smNativeData" val="SMDATA_13_uQLjXxMAAAAlAAAAZAAAAA0AAAAAkAAAAEgAAACQAAAASAAAAAAAAAAA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MAAAAEAAAAAAAAAAAAAAAAAAAAAAAAAAeAAAAaAAAAAAAAAAAAAAAAAAAAAAAAAAAAAAAECcAABAnAAAAAAAAAAAAAAAAAAAAAAAAAAAAAAAAAAAAAAAAAAAAABQAAAAAAAAAwMD/AAAAAABkAAAAMgAAAAAAAABkAAAAAAAAAH9/fwAKAAAAHwAAAFQAAAC74OMF////AQAAAAAAAAAAAAAAAAAAAAAAAAAAAAAAAAAAAAAAAAAAAAAAAn9/fwCAgIADzMzMAMDA/wB/f38AAAAAAAAAAAAAAAAAAAAAAAAAAAAhAAAAGAAAABQAAACEAwAAJwYAAIoyAAA/GwAAEAAAACYAAAAIAAAAAQAAAH8AAAA="/>
              </a:ext>
            </a:extLst>
          </p:cNvSpPr>
          <p:nvPr>
            <p:ph type="body" idx="1"/>
          </p:nvPr>
        </p:nvSpPr>
        <p:spPr>
          <a:xfrm>
            <a:off x="571500" y="1000125"/>
            <a:ext cx="7644130" cy="3429000"/>
          </a:xfrm>
          <a:noFill/>
        </p:spPr>
        <p:txBody>
          <a:bodyPr/>
          <a:lstStyle/>
          <a:p>
            <a:pPr marL="447675" indent="-447675">
              <a:lnSpc>
                <a:spcPct val="80000"/>
              </a:lnSpc>
              <a:defRPr lang="tr-tr"/>
            </a:pPr>
            <a:r>
              <a:rPr lang="tr-tr" sz="2400"/>
              <a:t>Proje nedir?</a:t>
            </a:r>
            <a:endParaRPr lang="tr-tr" sz="2400"/>
          </a:p>
          <a:p>
            <a:pPr lvl="1" marL="847725" indent="-447675">
              <a:lnSpc>
                <a:spcPct val="80000"/>
              </a:lnSpc>
              <a:defRPr lang="tr-tr"/>
            </a:pPr>
            <a:endParaRPr lang="tr-tr" sz="2000"/>
          </a:p>
          <a:p>
            <a:pPr lvl="1">
              <a:defRPr lang="tr-tr"/>
            </a:pPr>
            <a:r>
              <a:rPr lang="tr-tr" sz="2000"/>
              <a:t>Proje, kullanıcıların yolculuk rotalarını en uygun şekilde planlamayı ve en az maliyet ile hesaplamayı ve bu rotayı mobil uygulama ile kullanıcıya sunmayı  amaçlamaktadır.</a:t>
            </a:r>
            <a:endParaRPr lang="tr-tr" sz="2000"/>
          </a:p>
          <a:p>
            <a:pPr lvl="1">
              <a:buNone/>
              <a:defRPr lang="tr-tr"/>
            </a:pPr>
            <a:endParaRPr lang="tr-tr" sz="2000"/>
          </a:p>
          <a:p>
            <a:pPr lvl="1">
              <a:defRPr lang="tr-tr"/>
            </a:pPr>
            <a:r>
              <a:rPr lang="tr-tr" sz="2000"/>
              <a:t>Proje rota hesaplama için bir algoritma, bir android uygulama ve bunlar için gerekli web servisleri içermektedir.</a:t>
            </a:r>
            <a:endParaRPr lang="tr-tr" sz="24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p="http://schemas.openxmlformats.org/presentationml/2006/main" xmlns:p14="http://schemas.microsoft.com/office/powerpoint/2010/main" xmlns:r="http://schemas.openxmlformats.org/officeDocument/2006/relationships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3 Slayt Numarası Yer Tutucusu"/>
          <p:cNvSpPr>
            <a:spLocks noGrp="1" noChangeArrowheads="1"/>
            <a:extLst>
              <a:ext uri="smNativeData">
                <pr:smNativeData xmlns:pr="smNativeData" val="SMDATA_13_uQLjXxMAAAAlAAAAZAAAAA0AAAAAkAAAAEgAAACQAAAASAAAAAAAAAAA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QAYEMMAAAAEAAAAAAAAAAAAAAAAAAAAAAAAAAeAAAAaAAAAAAAAAAAAAAAAAAAAAAAAAAAAAAAECcAABAnAAAAAAAAAAAAAAAAAAAAAAAAAAAAAAAAAAAAAAAAAAAAABQAAAAAAAAAwMD/AAAAAABkAAAAMgAAAAAAAABkAAAAAAAAAH9/fwAKAAAAHwAAAFQAAAC74OMF////AQAAAAAAAAAAAAAAAAAAAAAAAAAAAAAAAAAAAAAAAAAAAAAAAn9/fwCAgIADzMzMAMDA/wB/f38AAAAAAAAAAAAAAAAAAAAAAAAAAAAhAAAAGAAAABQAAACANAAAUCgAAFA3AADIKAAAEAAAACYAAAAIAAAAAIAAAP8fAAA="/>
              </a:ext>
            </a:extLst>
          </p:cNvSpPr>
          <p:nvPr>
            <p:ph type="sldNum" sz="quarter" idx="10"/>
          </p:nvPr>
        </p:nvSpPr>
        <p:spPr>
          <a:noFill/>
          <a:ln>
            <a:noFill/>
          </a:ln>
        </p:spPr>
        <p:txBody>
          <a:bodyPr/>
          <a:lstStyle>
            <a:lvl1pPr>
              <a:spcBef>
                <a:spcPts val="0"/>
              </a:spcBef>
              <a:buChar char="•"/>
              <a:defRPr lang="tr-tr" sz="3200">
                <a:solidFill>
                  <a:schemeClr val="tx1"/>
                </a:solidFill>
                <a:latin typeface="Arial" pitchFamily="1" charset="0"/>
                <a:ea typeface="Arial" pitchFamily="1" charset="0"/>
                <a:cs typeface="Arial" pitchFamily="1" charset="0"/>
              </a:defRPr>
            </a:lvl1pPr>
            <a:lvl2pPr marL="742950" indent="-285750">
              <a:spcBef>
                <a:spcPts val="0"/>
              </a:spcBef>
              <a:buChar char="–"/>
              <a:defRPr lang="tr-tr" sz="2800">
                <a:solidFill>
                  <a:schemeClr val="tx1"/>
                </a:solidFill>
                <a:latin typeface="Arial" pitchFamily="1" charset="0"/>
                <a:ea typeface="Arial" pitchFamily="1" charset="0"/>
                <a:cs typeface="Arial" pitchFamily="1" charset="0"/>
              </a:defRPr>
            </a:lvl2pPr>
            <a:lvl3pPr marL="1143000" indent="-228600">
              <a:spcBef>
                <a:spcPts val="0"/>
              </a:spcBef>
              <a:buChar char="•"/>
              <a:defRPr lang="tr-tr" sz="2400">
                <a:solidFill>
                  <a:schemeClr val="tx1"/>
                </a:solidFill>
                <a:latin typeface="Arial" pitchFamily="1" charset="0"/>
                <a:ea typeface="Arial" pitchFamily="1" charset="0"/>
                <a:cs typeface="Arial" pitchFamily="1" charset="0"/>
              </a:defRPr>
            </a:lvl3pPr>
            <a:lvl4pPr marL="1600200" indent="-228600">
              <a:spcBef>
                <a:spcPts val="0"/>
              </a:spcBef>
              <a:buChar char="–"/>
              <a:defRPr lang="tr-tr" sz="2000">
                <a:solidFill>
                  <a:schemeClr val="tx1"/>
                </a:solidFill>
                <a:latin typeface="Arial" pitchFamily="1" charset="0"/>
                <a:ea typeface="Arial" pitchFamily="1" charset="0"/>
                <a:cs typeface="Arial" pitchFamily="1" charset="0"/>
              </a:defRPr>
            </a:lvl4pPr>
            <a:lvl5pPr marL="2057400" indent="-228600">
              <a:spcBef>
                <a:spcPts val="0"/>
              </a:spcBef>
              <a:buChar char="»"/>
              <a:defRPr lang="tr-tr" sz="2000">
                <a:solidFill>
                  <a:schemeClr val="tx1"/>
                </a:solidFill>
                <a:latin typeface="Arial" pitchFamily="1" charset="0"/>
                <a:ea typeface="Arial" pitchFamily="1" charset="0"/>
                <a:cs typeface="Arial" pitchFamily="1" charset="0"/>
              </a:defRPr>
            </a:lvl5pPr>
            <a:lvl6pPr marL="2514600" indent="-228600">
              <a:spcBef>
                <a:spcPts val="0"/>
              </a:spcBef>
              <a:spcAft>
                <a:spcPts val="0"/>
              </a:spcAft>
              <a:buChar char="»"/>
              <a:defRPr lang="tr-tr" sz="2000">
                <a:solidFill>
                  <a:schemeClr val="tx1"/>
                </a:solidFill>
                <a:latin typeface="Arial" pitchFamily="1" charset="0"/>
                <a:ea typeface="Arial" pitchFamily="1" charset="0"/>
                <a:cs typeface="Arial" pitchFamily="1" charset="0"/>
              </a:defRPr>
            </a:lvl6pPr>
            <a:lvl7pPr marL="2971800" indent="-228600">
              <a:spcBef>
                <a:spcPts val="0"/>
              </a:spcBef>
              <a:spcAft>
                <a:spcPts val="0"/>
              </a:spcAft>
              <a:buChar char="»"/>
              <a:defRPr lang="tr-tr" sz="2000">
                <a:solidFill>
                  <a:schemeClr val="tx1"/>
                </a:solidFill>
                <a:latin typeface="Arial" pitchFamily="1" charset="0"/>
                <a:ea typeface="Arial" pitchFamily="1" charset="0"/>
                <a:cs typeface="Arial" pitchFamily="1" charset="0"/>
              </a:defRPr>
            </a:lvl7pPr>
            <a:lvl8pPr marL="3429000" indent="-228600">
              <a:spcBef>
                <a:spcPts val="0"/>
              </a:spcBef>
              <a:spcAft>
                <a:spcPts val="0"/>
              </a:spcAft>
              <a:buChar char="»"/>
              <a:defRPr lang="tr-tr" sz="2000">
                <a:solidFill>
                  <a:schemeClr val="tx1"/>
                </a:solidFill>
                <a:latin typeface="Arial" pitchFamily="1" charset="0"/>
                <a:ea typeface="Arial" pitchFamily="1" charset="0"/>
                <a:cs typeface="Arial" pitchFamily="1" charset="0"/>
              </a:defRPr>
            </a:lvl8pPr>
            <a:lvl9pPr marL="3886200" indent="-228600">
              <a:spcBef>
                <a:spcPts val="0"/>
              </a:spcBef>
              <a:spcAft>
                <a:spcPts val="0"/>
              </a:spcAft>
              <a:buChar char="»"/>
              <a:defRPr lang="tr-tr" sz="2000">
                <a:solidFill>
                  <a:schemeClr val="tx1"/>
                </a:solidFill>
                <a:latin typeface="Arial" pitchFamily="1" charset="0"/>
                <a:ea typeface="Arial" pitchFamily="1" charset="0"/>
                <a:cs typeface="Arial" pitchFamily="1" charset="0"/>
              </a:defRPr>
            </a:lvl9pPr>
          </a:lstStyle>
          <a:p>
            <a:pPr>
              <a:spcBef>
                <a:spcPts val="0"/>
              </a:spcBef>
              <a:buNone/>
              <a:defRPr lang="tr-tr"/>
            </a:pPr>
            <a:fld id="{C095632D-D3ED-69DF-A384-258A67CA5570}" type="slidenum">
              <a:rPr lang="tr-tr" sz="1000">
                <a:solidFill>
                  <a:srgbClr val="FFFFE5"/>
                </a:solidFill>
              </a:rPr>
              <a:t>4</a:t>
            </a:fld>
            <a:endParaRPr lang="tr-tr" sz="1000">
              <a:solidFill>
                <a:srgbClr val="FFFFE5"/>
              </a:solidFill>
            </a:endParaRPr>
          </a:p>
        </p:txBody>
      </p:sp>
      <p:sp>
        <p:nvSpPr>
          <p:cNvPr id="3" name="Rectangle 2"/>
          <p:cNvSpPr>
            <a:spLocks noGrp="1" noChangeArrowheads="1"/>
            <a:extLst>
              <a:ext uri="smNativeData">
                <pr:smNativeData xmlns:pr="smNativeData" val="SMDATA_13_uQLjXxMAAAAlAAAAZAAAAA0AAAAAkAAAAEgAAACQAAAASAAAAAAAAAAB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MAAAAEAAAAAAAAAAAAAAAAAAAAAAAAAAeAAAAaAAAAAAAAAAAAAAAAAAAAAAAAAAAAAAAECcAABAnAAAAAAAAAAAAAAAAAAAAAAAAAAAAAAAAAAAAAAAAAAAAABQAAAAAAAAAwMD/AAAAAABkAAAAMgAAAAAAAABkAAAAAAAAAH9/fwAKAAAAHwAAAFQAAAC74OMF////AQAAAAAAAAAAAAAAAAAAAAAAAAAAAAAAAAAAAAAAAAAAAAAAAn9/fwCAgIADzMzMAMDA/wB/f38AAAAAAAAAAAAAAAAAAAAAAAAAAAAhAAAAGAAAABQAAADwAAAAqAAAANg2AAA4BAAAEAAAACYAAAAIAAAAAQAAAAAAAAA="/>
              </a:ext>
            </a:extLst>
          </p:cNvSpPr>
          <p:nvPr>
            <p:ph type="title"/>
          </p:nvPr>
        </p:nvSpPr>
        <p:spPr>
          <a:xfrm>
            <a:off x="152400" y="106680"/>
            <a:ext cx="8763000" cy="579120"/>
          </a:xfrm>
        </p:spPr>
        <p:txBody>
          <a:bodyPr/>
          <a:lstStyle/>
          <a:p>
            <a:pPr>
              <a:defRPr lang="tr-tr" sz="4000"/>
            </a:pPr>
            <a:r>
              <a:t>Algoritma </a:t>
            </a:r>
          </a:p>
        </p:txBody>
      </p:sp>
      <p:sp>
        <p:nvSpPr>
          <p:cNvPr id="4" name="MetinKutusu1"/>
          <p:cNvSpPr txBox="1">
            <a:extLst>
              <a:ext uri="smNativeData">
                <pr:smNativeData xmlns:pr="smNativeData" val="SMDATA_13_uQLjXxMAAAAlAAAAEgAAAE8BAAAAkAAAAEgAAACQAAAASAAAAAAAAAAAAAAAAAAAAAEAAABQAAAAAAAAAAAA4D8AAAAAAADgPwAAAAAAAOA/AAAAAAAA4D8AAAAAAADgPwAAAAAAAOA/AAAAAAAA4D8AAAAAAADgPwAAAAAAAOA/AAAAAAAA4D8CAAAAjAAAAAAAAAAAAAAAAAAACf///wgAAAAAAAAAAAAAAAAAAAAAAAAAAAAAAAAAAAAAZAAAAAEAAABAAAAAAAAAAAAAAAAAAAAAAAAAAAAAAAAAAAAAAAAAAAAAAAAAAAAAAAAAAAAAAAAAAAAAAAAAAAAAAAAAAAAAAAAAAAAAAAAAAAAAAAAAAAAAAAAAAAAAFAAAADwAAAAAAAAAAAAAAIAAAAAP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EcYAAD/fwAA/38AAAAAAAAJAAAABAAAAGZ6AAAMAAAAEAAAAAAAAAAAAAAAAAAAAAAAAAAeAAAAaAAAAAAAAAAAAAAAAAAAAAAAAAAAAAAAECcAABAnAAAAAAAAAAAAAAAAAAAAAAAAAAAAAAAAAAAAAAAAAAAAABQAAAAAAAAAwMD/AAAAAABkAAAAMgAAAAAAAABkAAAAAAAAAH9/fwAKAAAAHwAAAFQAAAAAAAAC////AQAAAAAAAAAAAAAAAAAAAAAAAAAAAAAAAAAAAAAAAAAAgAAAAH9/fwCAgIADzMzMAMDA/wB/f38AAAAAAAAAAAAAAAAAAAAAAAAAAAAhAAAAGAAAABQAAADEAQAATAUAANo1AAA8JAAAACAAACYAAAAIAAAA//////////8="/>
              </a:ext>
            </a:extLst>
          </p:cNvSpPr>
          <p:nvPr/>
        </p:nvSpPr>
        <p:spPr>
          <a:xfrm>
            <a:off x="287020" y="861060"/>
            <a:ext cx="8467090" cy="5029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numCol="1" spcCol="215900" anchor="t"/>
          <a:lstStyle/>
          <a:p>
            <a:pPr>
              <a:buFont typeface="Wingdings" pitchFamily="2" charset="2"/>
              <a:buChar char=""/>
              <a:defRPr lang="tr-tr"/>
            </a:pPr>
            <a:r>
              <a:t> Rotanın belirlenmesinde En Yakın Komşu Algoritması (Nearest Neighbor Algorithm) kullanılıyor.</a:t>
            </a:r>
          </a:p>
          <a:p>
            <a:pPr>
              <a:buFont typeface="Wingdings" pitchFamily="2" charset="2"/>
              <a:buChar char=""/>
              <a:defRPr lang="tr-tr"/>
            </a:pPr>
          </a:p>
          <a:p>
            <a:pPr>
              <a:buFont typeface="Wingdings" pitchFamily="2" charset="2"/>
              <a:buChar char=""/>
              <a:defRPr lang="tr-tr"/>
            </a:pPr>
            <a:r>
              <a:t>Algoritma bizim belirlediğimiz kısıtlamalar eklendi ama performans ve doğruluk için geliştirmeler devam ediyor.</a:t>
            </a:r>
          </a:p>
          <a:p>
            <a:pPr>
              <a:buFont typeface="Wingdings" pitchFamily="2" charset="2"/>
              <a:buChar char=""/>
              <a:defRPr lang="tr-tr"/>
            </a:pPr>
          </a:p>
          <a:p>
            <a:pPr>
              <a:buFont typeface="Wingdings" pitchFamily="2" charset="2"/>
              <a:buChar char=""/>
              <a:defRPr lang="tr-tr"/>
            </a:pPr>
            <a:r>
              <a:t>En Yakın Komşu Algoritması;</a:t>
            </a:r>
          </a:p>
          <a:p>
            <a:pPr lvl="1">
              <a:buFont typeface="Wingdings" pitchFamily="2" charset="2"/>
              <a:buChar char=""/>
              <a:defRPr lang="tr-tr"/>
            </a:pPr>
            <a:r>
              <a:t>Tüm noktaları ziyaret edilmemiş olarak işaretle</a:t>
            </a:r>
          </a:p>
          <a:p>
            <a:pPr lvl="1">
              <a:buFont typeface="Wingdings" pitchFamily="2" charset="2"/>
              <a:buChar char=""/>
              <a:defRPr lang="tr-tr"/>
            </a:pPr>
            <a:r>
              <a:t>Rasgele nokta seç, bunu mevcut nokta olarak ayarla. Bu noktayı ziyaret edildi olarak işaretle.</a:t>
            </a:r>
          </a:p>
          <a:p>
            <a:pPr lvl="1">
              <a:buFont typeface="Wingdings" pitchFamily="2" charset="2"/>
              <a:buChar char=""/>
              <a:defRPr lang="tr-tr"/>
            </a:pPr>
            <a:r>
              <a:t>Noktaları öncelik durumuna göre kümelendir ve en öncelikli küme içinden en yakın noktayı seç</a:t>
            </a:r>
          </a:p>
          <a:p>
            <a:pPr lvl="1">
              <a:buFont typeface="Wingdings" pitchFamily="2" charset="2"/>
              <a:buChar char=""/>
              <a:defRPr lang="tr-tr"/>
            </a:pPr>
            <a:r>
              <a:t>Seçilen nokta zaman aralığına uygun değilse bu noktayı atla</a:t>
            </a:r>
          </a:p>
          <a:p>
            <a:pPr lvl="1">
              <a:buFont typeface="Wingdings" pitchFamily="2" charset="2"/>
              <a:buChar char=""/>
              <a:defRPr lang="tr-tr"/>
            </a:pPr>
            <a:r>
              <a:t>Seçilen noktanın bağlı noktasu var ise o noktayı kontrol et uygunsa her iki noktayı sırayla ziyaret edildi olarak işaretle</a:t>
            </a:r>
          </a:p>
          <a:p>
            <a:pPr lvl="1">
              <a:buFont typeface="Wingdings" pitchFamily="2" charset="2"/>
              <a:buChar char=""/>
              <a:defRPr lang="tr-tr"/>
            </a:pPr>
            <a:r>
              <a:t>Seçilen noktayı ziyaret edildi olarak işretle ve mevcut nokta olarak düzenle</a:t>
            </a:r>
          </a:p>
          <a:p>
            <a:pPr lvl="1">
              <a:buFont typeface="Wingdings" pitchFamily="2" charset="2"/>
              <a:buChar char=""/>
              <a:defRPr lang="tr-tr"/>
            </a:pPr>
            <a:r>
              <a:t>Tüm noktalar ziyaret edilirse, sonlanır. Aksi takdirde, 3. adıma git.</a:t>
            </a:r>
          </a:p>
          <a:p>
            <a:pPr>
              <a:buFont typeface="Wingdings" pitchFamily="2" charset="2"/>
              <a:buChar char=""/>
              <a:defRPr lang="tr-tr"/>
            </a:pPr>
            <a:r>
              <a:t>Karmaşıklık; O(n²)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p="http://schemas.openxmlformats.org/presentationml/2006/main" xmlns:p14="http://schemas.microsoft.com/office/powerpoint/2010/main" xmlns:r="http://schemas.openxmlformats.org/officeDocument/2006/relationships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3 Slayt Numarası Yer Tutucusu"/>
          <p:cNvSpPr>
            <a:spLocks noGrp="1" noChangeArrowheads="1"/>
            <a:extLst>
              <a:ext uri="smNativeData">
                <pr:smNativeData xmlns:pr="smNativeData" val="SMDATA_13_uQLjXxMAAAAlAAAAZAAAAA0AAAAAkAAAAEgAAACQAAAASAAAAAAAAAAA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MAAAAEAAAAAAAAAAAAAAAAAAAAAAAAAAeAAAAaAAAAAAAAAAAAAAAAAAAAAAAAAAAAAAAECcAABAnAAAAAAAAAAAAAAAAAAAAAAAAAAAAAAAAAAAAAAAAAAAAABQAAAAAAAAAwMD/AAAAAABkAAAAMgAAAAAAAABkAAAAAAAAAH9/fwAKAAAAHwAAAFQAAAC74OMF////AQAAAAAAAAAAAAAAAAAAAAAAAAAAAAAAAAAAAAAAAAAAAAAAAn9/fwCAgIADzMzMAMDA/wB/f38AAAAAAAAAAAAAAAAAAAAAAAAAAAAhAAAAGAAAABQAAACANAAAUCgAAFA3AADIKAAAEAAAACYAAAAIAAAAAIAAAP8fAAA="/>
              </a:ext>
            </a:extLst>
          </p:cNvSpPr>
          <p:nvPr>
            <p:ph type="sldNum" sz="quarter" idx="10"/>
          </p:nvPr>
        </p:nvSpPr>
        <p:spPr>
          <a:noFill/>
          <a:ln>
            <a:noFill/>
          </a:ln>
        </p:spPr>
        <p:txBody>
          <a:bodyPr/>
          <a:lstStyle>
            <a:lvl1pPr>
              <a:spcBef>
                <a:spcPts val="0"/>
              </a:spcBef>
              <a:buChar char="•"/>
              <a:defRPr lang="tr-tr" sz="3200">
                <a:solidFill>
                  <a:schemeClr val="tx1"/>
                </a:solidFill>
                <a:latin typeface="Arial" pitchFamily="1" charset="0"/>
                <a:ea typeface="Arial" pitchFamily="1" charset="0"/>
                <a:cs typeface="Arial" pitchFamily="1" charset="0"/>
              </a:defRPr>
            </a:lvl1pPr>
            <a:lvl2pPr marL="742950" indent="-285750">
              <a:spcBef>
                <a:spcPts val="0"/>
              </a:spcBef>
              <a:buChar char="–"/>
              <a:defRPr lang="tr-tr" sz="2800">
                <a:solidFill>
                  <a:schemeClr val="tx1"/>
                </a:solidFill>
                <a:latin typeface="Arial" pitchFamily="1" charset="0"/>
                <a:ea typeface="Arial" pitchFamily="1" charset="0"/>
                <a:cs typeface="Arial" pitchFamily="1" charset="0"/>
              </a:defRPr>
            </a:lvl2pPr>
            <a:lvl3pPr marL="1143000" indent="-228600">
              <a:spcBef>
                <a:spcPts val="0"/>
              </a:spcBef>
              <a:buChar char="•"/>
              <a:defRPr lang="tr-tr" sz="2400">
                <a:solidFill>
                  <a:schemeClr val="tx1"/>
                </a:solidFill>
                <a:latin typeface="Arial" pitchFamily="1" charset="0"/>
                <a:ea typeface="Arial" pitchFamily="1" charset="0"/>
                <a:cs typeface="Arial" pitchFamily="1" charset="0"/>
              </a:defRPr>
            </a:lvl3pPr>
            <a:lvl4pPr marL="1600200" indent="-228600">
              <a:spcBef>
                <a:spcPts val="0"/>
              </a:spcBef>
              <a:buChar char="–"/>
              <a:defRPr lang="tr-tr" sz="2000">
                <a:solidFill>
                  <a:schemeClr val="tx1"/>
                </a:solidFill>
                <a:latin typeface="Arial" pitchFamily="1" charset="0"/>
                <a:ea typeface="Arial" pitchFamily="1" charset="0"/>
                <a:cs typeface="Arial" pitchFamily="1" charset="0"/>
              </a:defRPr>
            </a:lvl4pPr>
            <a:lvl5pPr marL="2057400" indent="-228600">
              <a:spcBef>
                <a:spcPts val="0"/>
              </a:spcBef>
              <a:buChar char="»"/>
              <a:defRPr lang="tr-tr" sz="2000">
                <a:solidFill>
                  <a:schemeClr val="tx1"/>
                </a:solidFill>
                <a:latin typeface="Arial" pitchFamily="1" charset="0"/>
                <a:ea typeface="Arial" pitchFamily="1" charset="0"/>
                <a:cs typeface="Arial" pitchFamily="1" charset="0"/>
              </a:defRPr>
            </a:lvl5pPr>
            <a:lvl6pPr marL="2514600" indent="-228600">
              <a:spcBef>
                <a:spcPts val="0"/>
              </a:spcBef>
              <a:spcAft>
                <a:spcPts val="0"/>
              </a:spcAft>
              <a:buChar char="»"/>
              <a:defRPr lang="tr-tr" sz="2000">
                <a:solidFill>
                  <a:schemeClr val="tx1"/>
                </a:solidFill>
                <a:latin typeface="Arial" pitchFamily="1" charset="0"/>
                <a:ea typeface="Arial" pitchFamily="1" charset="0"/>
                <a:cs typeface="Arial" pitchFamily="1" charset="0"/>
              </a:defRPr>
            </a:lvl6pPr>
            <a:lvl7pPr marL="2971800" indent="-228600">
              <a:spcBef>
                <a:spcPts val="0"/>
              </a:spcBef>
              <a:spcAft>
                <a:spcPts val="0"/>
              </a:spcAft>
              <a:buChar char="»"/>
              <a:defRPr lang="tr-tr" sz="2000">
                <a:solidFill>
                  <a:schemeClr val="tx1"/>
                </a:solidFill>
                <a:latin typeface="Arial" pitchFamily="1" charset="0"/>
                <a:ea typeface="Arial" pitchFamily="1" charset="0"/>
                <a:cs typeface="Arial" pitchFamily="1" charset="0"/>
              </a:defRPr>
            </a:lvl7pPr>
            <a:lvl8pPr marL="3429000" indent="-228600">
              <a:spcBef>
                <a:spcPts val="0"/>
              </a:spcBef>
              <a:spcAft>
                <a:spcPts val="0"/>
              </a:spcAft>
              <a:buChar char="»"/>
              <a:defRPr lang="tr-tr" sz="2000">
                <a:solidFill>
                  <a:schemeClr val="tx1"/>
                </a:solidFill>
                <a:latin typeface="Arial" pitchFamily="1" charset="0"/>
                <a:ea typeface="Arial" pitchFamily="1" charset="0"/>
                <a:cs typeface="Arial" pitchFamily="1" charset="0"/>
              </a:defRPr>
            </a:lvl8pPr>
            <a:lvl9pPr marL="3886200" indent="-228600">
              <a:spcBef>
                <a:spcPts val="0"/>
              </a:spcBef>
              <a:spcAft>
                <a:spcPts val="0"/>
              </a:spcAft>
              <a:buChar char="»"/>
              <a:defRPr lang="tr-tr" sz="2000">
                <a:solidFill>
                  <a:schemeClr val="tx1"/>
                </a:solidFill>
                <a:latin typeface="Arial" pitchFamily="1" charset="0"/>
                <a:ea typeface="Arial" pitchFamily="1" charset="0"/>
                <a:cs typeface="Arial" pitchFamily="1" charset="0"/>
              </a:defRPr>
            </a:lvl9pPr>
          </a:lstStyle>
          <a:p>
            <a:pPr>
              <a:spcBef>
                <a:spcPts val="0"/>
              </a:spcBef>
              <a:buNone/>
              <a:defRPr lang="tr-tr"/>
            </a:pPr>
            <a:fld id="{C095632D-26AC-4D8F-E2A0-D0DA37EE1485}" type="slidenum">
              <a:rPr lang="tr-tr" sz="1000">
                <a:solidFill>
                  <a:srgbClr val="FFFFE5"/>
                </a:solidFill>
              </a:rPr>
              <a:t>5</a:t>
            </a:fld>
            <a:endParaRPr lang="tr-tr" sz="1000">
              <a:solidFill>
                <a:srgbClr val="FFFFE5"/>
              </a:solidFill>
            </a:endParaRPr>
          </a:p>
        </p:txBody>
      </p:sp>
      <p:sp>
        <p:nvSpPr>
          <p:cNvPr id="3" name="Rectangle 2"/>
          <p:cNvSpPr>
            <a:spLocks noGrp="1" noChangeArrowheads="1"/>
            <a:extLst>
              <a:ext uri="smNativeData">
                <pr:smNativeData xmlns:pr="smNativeData" val="SMDATA_13_uQLjXxMAAAAlAAAAZAAAAA0AAAAAkAAAAEgAAACQAAAASAAAAAAAAAAB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GF0ZG0MAAAAEAAAAAAAAAAAAAAAAAAAAAAAAAAeAAAAaAAAAAAAAAAAAAAAAAAAAAAAAAAAAAAAECcAABAnAAAAAAAAAAAAAAAAAAAAAAAAAAAAAAAAAAAAAAAAAAAAABQAAAAAAAAAwMD/AAAAAABkAAAAMgAAAAAAAABkAAAAAAAAAH9/fwAKAAAAHwAAAFQAAAC74OMF////AQAAAAAAAAAAAAAAAAAAAAAAAAAAAAAAAAAAAAAAAAAAAAAAAn9/fwCAgIADzMzMAMDA/wB/f38AAAAAAAAAAAAAAAAAAAAAAAAAAAAhAAAAGAAAABQAAADwAAAAqAAAANg2AAA4BAAAEAAAACYAAAAIAAAAAQAAAAAAAAA="/>
              </a:ext>
            </a:extLst>
          </p:cNvSpPr>
          <p:nvPr>
            <p:ph type="title"/>
          </p:nvPr>
        </p:nvSpPr>
        <p:spPr>
          <a:xfrm>
            <a:off x="152400" y="106680"/>
            <a:ext cx="8763000" cy="579120"/>
          </a:xfrm>
        </p:spPr>
        <p:txBody>
          <a:bodyPr/>
          <a:lstStyle/>
          <a:p>
            <a:pPr>
              <a:defRPr lang="tr-tr" sz="4000"/>
            </a:pPr>
            <a:r>
              <a:t>Mobil Uygulama</a:t>
            </a:r>
          </a:p>
        </p:txBody>
      </p:sp>
      <p:pic>
        <p:nvPicPr>
          <p:cNvPr id="4" name="Resim1"/>
          <p:cNvPicPr>
            <a:picLocks noChangeAspect="1"/>
            <a:extLst>
              <a:ext uri="smNativeData">
                <pr:smNativeData xmlns:pr="smNativeData" val="SMDATA_15_uQLjXxMAAAAlAAAAEQAAAC8BAAAAkAAAAEgAAACQAAAASAAAAAAAAAAA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AcAAAA4AAAAAAAAAAAAAAAAAAAA////AAAAAAAAAAAAAAAAAAAAAAAAAAAAAAAAAAAAAABkAAAAZAAAAAAAAAAjAAAABAAAAGQAAAAXAAAAFAAAAAAAAAAAAAAA/38AAP9/AAAAAAAACQAAAAQAAABhbW1hDAAAABAAAAAAAAAAAAAAAAAAAAAAAAAAHgAAAGgAAAAAAAAAAAAAAAAAAAAAAAAAAAAAABAnAAAQJwAAAAAAAAAAAAAAAAAAAAAAAAAAAAAAAAAAAAAAAAAAAAAUAAAAAAAAAMDA/wAAAAAAZAAAADIAAAAAAAAAZAAAAAAAAAB/f38ACgAAAB8AAABUAAAAu+DjBf///wEAAAAAAAAAAAAAAAAAAAAAAAAAAAAAAAAAAAAAAAAAAAAAAAJ/f38AgICAA8zMzADAwP8Af39/AAAAAAAAAAAAAAAAAP///wAAAAAAIQAAABgAAAAUAAAASQMAAJ8GAABzDwAAQBwAABAAAAAmAAAACAAAAP//////////"/>
              </a:ext>
            </a:extLst>
          </p:cNvPicPr>
          <p:nvPr/>
        </p:nvPicPr>
        <p:blipFill>
          <a:blip r:embed="rId2"/>
          <a:stretch>
            <a:fillRect/>
          </a:stretch>
        </p:blipFill>
        <p:spPr>
          <a:xfrm>
            <a:off x="534035" y="1076325"/>
            <a:ext cx="1977390" cy="3515995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id="5" name="Resim3"/>
          <p:cNvPicPr>
            <a:picLocks noChangeAspect="1"/>
            <a:extLst>
              <a:ext uri="smNativeData">
                <pr:smNativeData xmlns:pr="smNativeData" val="SMDATA_15_uQLjXxMAAAAlAAAAEQAAAC8BAAAAkAAAAEgAAACQAAAASAAAAAAAAAAA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AcAAAA4AAAAAAAAAAAAAAAAAAAA////AAAAAAAAAAAAAAAAAAAAAAAAAAAAAAAAAAAAAABkAAAAZAAAAAAAAAAjAAAABAAAAGQAAAAXAAAAFAAAAAAAAAAAAAAA/38AAP9/AAAAAAAACQAAAAQAAABhbW1hDAAAABAAAAAAAAAAAAAAAAAAAAAAAAAAHgAAAGgAAAAAAAAAAAAAAAAAAAAAAAAAAAAAABAnAAAQJwAAAAAAAAAAAAAAAAAAAAAAAAAAAAAAAAAAAAAAAAAAAAAUAAAAAAAAAMDA/wAAAAAAZAAAADIAAAAAAAAAZAAAAAAAAAB/f38ACgAAAB8AAABUAAAAu+DjBf///wEAAAAAAAAAAAAAAAAAAAAAAAAAAAAAAAAAAAAAAAAAAAAAAAJ/f38AgICAA8zMzADAwP8Af39/AAAAAAAAAAAAAAAAAP///wAAAAAAIQAAABgAAAAUAAAAXSgAAJ8GAACHNAAAQBwAABAAAAAmAAAACAAAAP//////////"/>
              </a:ext>
            </a:extLst>
          </p:cNvPicPr>
          <p:nvPr/>
        </p:nvPicPr>
        <p:blipFill>
          <a:blip r:embed="rId3"/>
          <a:stretch>
            <a:fillRect/>
          </a:stretch>
        </p:blipFill>
        <p:spPr>
          <a:xfrm>
            <a:off x="6561455" y="1076325"/>
            <a:ext cx="1977390" cy="3515995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6" name="MetinKutusu1"/>
          <p:cNvSpPr txBox="1">
            <a:extLst>
              <a:ext uri="smNativeData">
                <pr:smNativeData xmlns:pr="smNativeData" val="SMDATA_13_uQLjXxMAAAAlAAAAEgAAAE8BAAAAkAAAAEgAAACQAAAASAAAAAAAAAAAAAAAAAAAAAEAAABQAAAAAAAAAAAA4D8AAAAAAADgPwAAAAAAAOA/AAAAAAAA4D8AAAAAAADgPwAAAAAAAOA/AAAAAAAA4D8AAAAAAADgPwAAAAAAAOA/AAAAAAAA4D8CAAAAjAAAAAAAAAAAAAAAAAAACf///wgAAAAAAAAAAAAAAAAAAAAAAAAAAAAAAAAAAAAAZAAAAAEAAABAAAAAAAAAAAAAAAAAAAAAAAAAAAAAAAAAAAAAAAAAAAAAAAAAAAAAAAAAAAAAAAAAAAAAAAAAAAAAAAAAAAAAAAAAAAAAAAAAAAAAAAAAAAAAAAAAAAAAFAAAADwAAAAAAAAAAAAAAIAAAAAP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IEHAAD/fwAA/38AAAAAAAAJAAAABAAAAAAAAAAMAAAAEAAAAAAAAAAAAAAAAAAAAAAAAAAeAAAAaAAAAAAAAAAAAAAAAAAAAAAAAAAAAAAAECcAABAnAAAAAAAAAAAAAAAAAAAAAAAAAAAAAAAAAAAAAAAAAAAAABQAAAAAAAAAwMD/AAAAAABkAAAAMgAAAAAAAABkAAAAAAAAAH9/fwAKAAAAHwAAAFQAAAAAAAAC////AQAAAAAAAAAAAAAAAAAAAAAAAAAAAAAAAAAAAAAAAAAAgAAAAH9/fwCAgIADzMzMAMDA/wB/f38AAAAAAAAAAAAAAAAAAAAAAAAAAAAhAAAAGAAAABQAAAAXAwAAIh0AAHMPAAASIQAAECAAACYAAAAIAAAA//////////8="/>
              </a:ext>
            </a:extLst>
          </p:cNvSpPr>
          <p:nvPr/>
        </p:nvSpPr>
        <p:spPr>
          <a:xfrm>
            <a:off x="502285" y="4735830"/>
            <a:ext cx="2009140" cy="64008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numCol="1" spcCol="215900" anchor="t"/>
          <a:lstStyle/>
          <a:p>
            <a:pPr algn="ctr">
              <a:defRPr lang="tr-tr"/>
            </a:pPr>
            <a:r>
              <a:t>Giriş Yapma Ekranı</a:t>
            </a:r>
          </a:p>
        </p:txBody>
      </p:sp>
      <p:sp>
        <p:nvSpPr>
          <p:cNvPr id="7" name="MetinKutusu2"/>
          <p:cNvSpPr txBox="1">
            <a:extLst>
              <a:ext uri="smNativeData">
                <pr:smNativeData xmlns:pr="smNativeData" val="SMDATA_13_uQLjXxMAAAAlAAAAEgAAAE8BAAAAkAAAAEgAAACQAAAASAAAAAAAAAAAAAAAAAAAAAEAAABQAAAAAAAAAAAA4D8AAAAAAADgPwAAAAAAAOA/AAAAAAAA4D8AAAAAAADgPwAAAAAAAOA/AAAAAAAA4D8AAAAAAADgPwAAAAAAAOA/AAAAAAAA4D8CAAAAjAAAAAAAAAAAAAAAAAAACf///wgAAAAAAAAAAAAAAAAAAAAAAAAAAAAAAAAAAAAAZAAAAAEAAABAAAAAAAAAAAAAAAAAAAAAAAAAAAAAAAAAAAAAAAAAAAAAAAAAAAAAAAAAAAAAAAAAAAAAAAAAAAAAAAAAAAAAAAAAAAAAAAAAAAAAAAAAAAAAAAAAAAAAFAAAADwAAAAAAAAAAAAAAIAAAAAP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NsEAAD/fwAA/38AAAAAAAAJAAAABAAAAAAAAAAMAAAAEAAAAAAAAAAAAAAAAAAAAAAAAAAeAAAAaAAAAAAAAAAAAAAAAAAAAAAAAAAAAAAAECcAABAnAAAAAAAAAAAAAAAAAAAAAAAAAAAAAAAAAAAAAAAAAAAAABQAAAAAAAAAwMD/AAAAAABkAAAAMgAAAAAAAABkAAAAAAAAAH9/fwAKAAAAHwAAAFQAAAAAAAAC////AQAAAAAAAAAAAAAAAAAAAAAAAAAAAAAAAAAAAAAAAAAAgAAAAH9/fwCAgIADzMzMAMDA/wB/f38AAAAAAAAAAAAAAAAAAAAAAAAAAAAhAAAAGAAAABQAAAChFQAAsRwAAP0hAADxHgAAECAAACYAAAAIAAAA//////////8="/>
              </a:ext>
            </a:extLst>
          </p:cNvSpPr>
          <p:nvPr/>
        </p:nvSpPr>
        <p:spPr>
          <a:xfrm>
            <a:off x="3515995" y="4664075"/>
            <a:ext cx="2009140" cy="36576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numCol="1" spcCol="215900" anchor="t"/>
          <a:lstStyle/>
          <a:p>
            <a:pPr algn="ctr">
              <a:defRPr lang="tr-tr"/>
            </a:pPr>
            <a:r>
              <a:t>Anasayfa</a:t>
            </a:r>
          </a:p>
        </p:txBody>
      </p:sp>
      <p:sp>
        <p:nvSpPr>
          <p:cNvPr id="8" name="MetinKutusu3"/>
          <p:cNvSpPr txBox="1">
            <a:extLst>
              <a:ext uri="smNativeData">
                <pr:smNativeData xmlns:pr="smNativeData" val="SMDATA_13_uQLjXxMAAAAlAAAAEgAAAE8BAAAAkAAAAEgAAACQAAAASAAAAAAAAAAAAAAAAAAAAAEAAABQAAAAAAAAAAAA4D8AAAAAAADgPwAAAAAAAOA/AAAAAAAA4D8AAAAAAADgPwAAAAAAAOA/AAAAAAAA4D8AAAAAAADgPwAAAAAAAOA/AAAAAAAA4D8CAAAAjAAAAAAAAAAAAAAAAAAACf///wgAAAAAAAAAAAAAAAAAAAAAAAAAAAAAAAAAAAAAZAAAAAEAAABAAAAAAAAAAAAAAAAAAAAAAAAAAAAAAAAAAAAAAAAAAAAAAAAAAAAAAAAAAAAAAAAAAAAAAAAAAAAAAAAAAAAAAAAAAAAAAAAAAAAAAAAAAAAAAAAAAAAAFAAAADwAAAAAAAAAAAAAAIAAAAAP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NsEAAD/fwAA/38AAAAAAAAJAAAABAAAAAAAAAAMAAAAEAAAAAAAAAAAAAAAAAAAAAAAAAAeAAAAaAAAAAAAAAAAAAAAAAAAAAAAAAAAAAAAECcAABAnAAAAAAAAAAAAAAAAAAAAAAAAAAAAAAAAAAAAAAAAAAAAABQAAAAAAAAAwMD/AAAAAABkAAAAMgAAAAAAAABkAAAAAAAAAH9/fwAKAAAAHwAAAFQAAAAAAAAC////AQAAAAAAAAAAAAAAAAAAAAAAAAAAAAAAAAAAAAAAAAAAgAAAAH9/fwCAgIADzMzMAMDA/wB/f38AAAAAAAAAAAAAAAAAAAAAAAAAAAAhAAAAGAAAABQAAAArKAAAphwAAIc0AACWIAAAECAAACYAAAAIAAAA//////////8="/>
              </a:ext>
            </a:extLst>
          </p:cNvSpPr>
          <p:nvPr/>
        </p:nvSpPr>
        <p:spPr>
          <a:xfrm>
            <a:off x="6529705" y="4657090"/>
            <a:ext cx="2009140" cy="64008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numCol="1" spcCol="215900" anchor="t"/>
          <a:lstStyle/>
          <a:p>
            <a:pPr algn="ctr">
              <a:defRPr lang="tr-tr"/>
            </a:pPr>
            <a:r>
              <a:t>Anasayfa Menüsü</a:t>
            </a:r>
          </a:p>
        </p:txBody>
      </p:sp>
      <p:pic>
        <p:nvPicPr>
          <p:cNvPr id="9" name="Resim2"/>
          <p:cNvPicPr>
            <a:picLocks noChangeAspect="1"/>
            <a:extLst>
              <a:ext uri="smNativeData">
                <pr:smNativeData xmlns:pr="smNativeData" val="SMDATA_15_uQLjXxMAAAAlAAAAEQAAAC8BAAAAkAAAAEgAAACQAAAASAAAAAAAAAAA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AcAAAA4AAAAAAAAAAAAAAAAAAAA////AAAAAAAAAAAAAAAAAAAAAAAAAAAAAAAAAAAAAABkAAAAZAAAAAAAAAAjAAAABAAAAGQAAAAXAAAAFAAAAAAAAAAAAAAA/38AAP9/AAAAAAAACQAAAAQAAAAAAAAADAAAABAAAAAAAAAAAAAAAAAAAAAAAAAAHgAAAGgAAAAAAAAAAAAAAAAAAAAAAAAAAAAAABAnAAAQJwAAAAAAAAAAAAAAAAAAAAAAAAAAAAAAAAAAAAAAAAAAAAAUAAAAAAAAAMDA/wAAAAAAZAAAADIAAAAAAAAAZAAAAAAAAAB/f38ACgAAAB8AAABUAAAAu+DjBf///wEAAAAAAAAAAAAAAAAAAAAAAAAAAAAAAAAAAAAAAAAAAAAAAAJ/f38AgICAA8zMzADAwP8Af39/AAAAAAAAAAAAAAAAAP///wAAAAAAIQAAABgAAAAUAAAAoRUAAJ8GAADlIQAAbhwAABAAAAAmAAAACAAAAP//////////"/>
              </a:ext>
            </a:extLst>
          </p:cNvPicPr>
          <p:nvPr/>
        </p:nvPicPr>
        <p:blipFill>
          <a:blip r:embed="rId4"/>
          <a:stretch>
            <a:fillRect/>
          </a:stretch>
        </p:blipFill>
        <p:spPr>
          <a:xfrm>
            <a:off x="3515995" y="1076325"/>
            <a:ext cx="1993900" cy="3545205"/>
          </a:xfrm>
          <a:prstGeom prst="rect">
            <a:avLst/>
          </a:prstGeom>
          <a:noFill/>
          <a:ln>
            <a:noFill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p="http://schemas.openxmlformats.org/presentationml/2006/main" xmlns:p14="http://schemas.microsoft.com/office/powerpoint/2010/main" xmlns:r="http://schemas.openxmlformats.org/officeDocument/2006/relationships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3 Slayt Numarası Yer Tutucusu"/>
          <p:cNvSpPr>
            <a:spLocks noGrp="1" noChangeArrowheads="1"/>
            <a:extLst>
              <a:ext uri="smNativeData">
                <pr:smNativeData xmlns:pr="smNativeData" val="SMDATA_13_uQLjXxMAAAAlAAAAZAAAAA0AAAAAkAAAAEgAAACQAAAASAAAAAAAAAAA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GxlSGEMAAAAEAAAAAAAAAAAAAAAAAAAAAAAAAAeAAAAaAAAAAAAAAAAAAAAAAAAAAAAAAAAAAAAECcAABAnAAAAAAAAAAAAAAAAAAAAAAAAAAAAAAAAAAAAAAAAAAAAABQAAAAAAAAAwMD/AAAAAABkAAAAMgAAAAAAAABkAAAAAAAAAH9/fwAKAAAAHwAAAFQAAAC74OMF////AQAAAAAAAAAAAAAAAAAAAAAAAAAAAAAAAAAAAAAAAAAAAAAAAn9/fwCAgIADzMzMAMDA/wB/f38AAAAAAAAAAAAAAAAAAAAAAAAAAAAhAAAAGAAAABQAAACANAAAUCgAAFA3AADIKAAAEAAAACYAAAAIAAAAAIAAAP8fAAA="/>
              </a:ext>
            </a:extLst>
          </p:cNvSpPr>
          <p:nvPr>
            <p:ph type="sldNum" sz="quarter" idx="10"/>
          </p:nvPr>
        </p:nvSpPr>
        <p:spPr>
          <a:noFill/>
          <a:ln>
            <a:noFill/>
          </a:ln>
        </p:spPr>
        <p:txBody>
          <a:bodyPr/>
          <a:lstStyle>
            <a:lvl1pPr>
              <a:spcBef>
                <a:spcPts val="0"/>
              </a:spcBef>
              <a:buChar char="•"/>
              <a:defRPr lang="tr-tr" sz="3200">
                <a:solidFill>
                  <a:schemeClr val="tx1"/>
                </a:solidFill>
                <a:latin typeface="Arial" pitchFamily="1" charset="0"/>
                <a:ea typeface="Arial" pitchFamily="1" charset="0"/>
                <a:cs typeface="Arial" pitchFamily="1" charset="0"/>
              </a:defRPr>
            </a:lvl1pPr>
            <a:lvl2pPr marL="742950" indent="-285750">
              <a:spcBef>
                <a:spcPts val="0"/>
              </a:spcBef>
              <a:buChar char="–"/>
              <a:defRPr lang="tr-tr" sz="2800">
                <a:solidFill>
                  <a:schemeClr val="tx1"/>
                </a:solidFill>
                <a:latin typeface="Arial" pitchFamily="1" charset="0"/>
                <a:ea typeface="Arial" pitchFamily="1" charset="0"/>
                <a:cs typeface="Arial" pitchFamily="1" charset="0"/>
              </a:defRPr>
            </a:lvl2pPr>
            <a:lvl3pPr marL="1143000" indent="-228600">
              <a:spcBef>
                <a:spcPts val="0"/>
              </a:spcBef>
              <a:buChar char="•"/>
              <a:defRPr lang="tr-tr" sz="2400">
                <a:solidFill>
                  <a:schemeClr val="tx1"/>
                </a:solidFill>
                <a:latin typeface="Arial" pitchFamily="1" charset="0"/>
                <a:ea typeface="Arial" pitchFamily="1" charset="0"/>
                <a:cs typeface="Arial" pitchFamily="1" charset="0"/>
              </a:defRPr>
            </a:lvl3pPr>
            <a:lvl4pPr marL="1600200" indent="-228600">
              <a:spcBef>
                <a:spcPts val="0"/>
              </a:spcBef>
              <a:buChar char="–"/>
              <a:defRPr lang="tr-tr" sz="2000">
                <a:solidFill>
                  <a:schemeClr val="tx1"/>
                </a:solidFill>
                <a:latin typeface="Arial" pitchFamily="1" charset="0"/>
                <a:ea typeface="Arial" pitchFamily="1" charset="0"/>
                <a:cs typeface="Arial" pitchFamily="1" charset="0"/>
              </a:defRPr>
            </a:lvl4pPr>
            <a:lvl5pPr marL="2057400" indent="-228600">
              <a:spcBef>
                <a:spcPts val="0"/>
              </a:spcBef>
              <a:buChar char="»"/>
              <a:defRPr lang="tr-tr" sz="2000">
                <a:solidFill>
                  <a:schemeClr val="tx1"/>
                </a:solidFill>
                <a:latin typeface="Arial" pitchFamily="1" charset="0"/>
                <a:ea typeface="Arial" pitchFamily="1" charset="0"/>
                <a:cs typeface="Arial" pitchFamily="1" charset="0"/>
              </a:defRPr>
            </a:lvl5pPr>
            <a:lvl6pPr marL="2514600" indent="-228600">
              <a:spcBef>
                <a:spcPts val="0"/>
              </a:spcBef>
              <a:spcAft>
                <a:spcPts val="0"/>
              </a:spcAft>
              <a:buChar char="»"/>
              <a:defRPr lang="tr-tr" sz="2000">
                <a:solidFill>
                  <a:schemeClr val="tx1"/>
                </a:solidFill>
                <a:latin typeface="Arial" pitchFamily="1" charset="0"/>
                <a:ea typeface="Arial" pitchFamily="1" charset="0"/>
                <a:cs typeface="Arial" pitchFamily="1" charset="0"/>
              </a:defRPr>
            </a:lvl6pPr>
            <a:lvl7pPr marL="2971800" indent="-228600">
              <a:spcBef>
                <a:spcPts val="0"/>
              </a:spcBef>
              <a:spcAft>
                <a:spcPts val="0"/>
              </a:spcAft>
              <a:buChar char="»"/>
              <a:defRPr lang="tr-tr" sz="2000">
                <a:solidFill>
                  <a:schemeClr val="tx1"/>
                </a:solidFill>
                <a:latin typeface="Arial" pitchFamily="1" charset="0"/>
                <a:ea typeface="Arial" pitchFamily="1" charset="0"/>
                <a:cs typeface="Arial" pitchFamily="1" charset="0"/>
              </a:defRPr>
            </a:lvl7pPr>
            <a:lvl8pPr marL="3429000" indent="-228600">
              <a:spcBef>
                <a:spcPts val="0"/>
              </a:spcBef>
              <a:spcAft>
                <a:spcPts val="0"/>
              </a:spcAft>
              <a:buChar char="»"/>
              <a:defRPr lang="tr-tr" sz="2000">
                <a:solidFill>
                  <a:schemeClr val="tx1"/>
                </a:solidFill>
                <a:latin typeface="Arial" pitchFamily="1" charset="0"/>
                <a:ea typeface="Arial" pitchFamily="1" charset="0"/>
                <a:cs typeface="Arial" pitchFamily="1" charset="0"/>
              </a:defRPr>
            </a:lvl8pPr>
            <a:lvl9pPr marL="3886200" indent="-228600">
              <a:spcBef>
                <a:spcPts val="0"/>
              </a:spcBef>
              <a:spcAft>
                <a:spcPts val="0"/>
              </a:spcAft>
              <a:buChar char="»"/>
              <a:defRPr lang="tr-tr" sz="2000">
                <a:solidFill>
                  <a:schemeClr val="tx1"/>
                </a:solidFill>
                <a:latin typeface="Arial" pitchFamily="1" charset="0"/>
                <a:ea typeface="Arial" pitchFamily="1" charset="0"/>
                <a:cs typeface="Arial" pitchFamily="1" charset="0"/>
              </a:defRPr>
            </a:lvl9pPr>
          </a:lstStyle>
          <a:p>
            <a:pPr>
              <a:spcBef>
                <a:spcPts val="0"/>
              </a:spcBef>
              <a:buNone/>
              <a:defRPr lang="tr-tr"/>
            </a:pPr>
            <a:fld id="{C095632D-D2AF-3277-E1DF-2422CF911771}" type="slidenum">
              <a:rPr lang="tr-tr" sz="1000">
                <a:solidFill>
                  <a:srgbClr val="FFFFE5"/>
                </a:solidFill>
              </a:rPr>
              <a:t>6</a:t>
            </a:fld>
            <a:endParaRPr lang="tr-tr" sz="1000">
              <a:solidFill>
                <a:srgbClr val="FFFFE5"/>
              </a:solidFill>
            </a:endParaRPr>
          </a:p>
        </p:txBody>
      </p:sp>
      <p:sp>
        <p:nvSpPr>
          <p:cNvPr id="3" name="Rectangle 2"/>
          <p:cNvSpPr>
            <a:spLocks noGrp="1" noChangeArrowheads="1"/>
            <a:extLst>
              <a:ext uri="smNativeData">
                <pr:smNativeData xmlns:pr="smNativeData" val="SMDATA_13_uQLjXxMAAAAlAAAAZAAAAA0AAAAAkAAAAEgAAACQAAAASAAAAAAAAAAB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GRuaXcMAAAAEAAAAAAAAAAAAAAAAAAAAAAAAAAeAAAAaAAAAAAAAAAAAAAAAAAAAAAAAAAAAAAAECcAABAnAAAAAAAAAAAAAAAAAAAAAAAAAAAAAAAAAAAAAAAAAAAAABQAAAAAAAAAwMD/AAAAAABkAAAAMgAAAAAAAABkAAAAAAAAAH9/fwAKAAAAHwAAAFQAAAC74OMF////AQAAAAAAAAAAAAAAAAAAAAAAAAAAAAAAAAAAAAAAAAAAAAAAAn9/fwCAgIADzMzMAMDA/wB/f38AAAAAAAAAAAAAAAAAAAAAAAAAAAAhAAAAGAAAABQAAADwAAAAqAAAANg2AAA4BAAAEAAAACYAAAAIAAAAAQAAAAAAAAA="/>
              </a:ext>
            </a:extLst>
          </p:cNvSpPr>
          <p:nvPr>
            <p:ph type="title"/>
          </p:nvPr>
        </p:nvSpPr>
        <p:spPr>
          <a:xfrm>
            <a:off x="152400" y="106680"/>
            <a:ext cx="8763000" cy="579120"/>
          </a:xfrm>
        </p:spPr>
        <p:txBody>
          <a:bodyPr/>
          <a:lstStyle/>
          <a:p>
            <a:pPr>
              <a:defRPr lang="tr-tr" sz="4000"/>
            </a:pPr>
            <a:r>
              <a:t>Mobil Uygulama</a:t>
            </a:r>
          </a:p>
        </p:txBody>
      </p:sp>
      <p:pic>
        <p:nvPicPr>
          <p:cNvPr id="4" name="Resim1"/>
          <p:cNvPicPr>
            <a:picLocks noChangeAspect="1"/>
            <a:extLst>
              <a:ext uri="smNativeData">
                <pr:smNativeData xmlns:pr="smNativeData" val="SMDATA_15_uQLjXxMAAAAlAAAAEQAAAC8BAAAAkAAAAEgAAACQAAAASAAAAAAAAAAA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AcAAAA4AAAAAAAAAAAAAAAAAAAA////AAAAAAAAAAAAAAAAAAAAAAAAAAAAAAAAAAAAAABkAAAAZAAAAAAAAAAjAAAABAAAAGQAAAAXAAAAFAAAAAAAAAAAAAAA/38AAP9/AAAAAAAACQAAAAQAAABhbW1hDAAAABAAAAAAAAAAAAAAAAAAAAAAAAAAHgAAAGgAAAAAAAAAAAAAAAAAAAAAAAAAAAAAABAnAAAQJwAAAAAAAAAAAAAAAAAAAAAAAAAAAAAAAAAAAAAAAAAAAAAUAAAAAAAAAMDA/wAAAAAAZAAAADIAAAAAAAAAZAAAAAAAAAB/f38ACgAAAB8AAABUAAAAu+DjBf///wEAAAAAAAAAAAAAAAAAAAAAAAAAAAAAAAAAAAAAAAAAAAAAAAJ/f38AgICAA8zMzADAwP8Af39/AAAAAAAAAAAAAAAAAP///wAAAAAAIQAAABgAAAAUAAAA+QMAAC4GAAClDwAA7RoAABAAAAAmAAAACAAAAP//////////"/>
              </a:ext>
            </a:extLst>
          </p:cNvPicPr>
          <p:nvPr/>
        </p:nvPicPr>
        <p:blipFill>
          <a:blip r:embed="rId2"/>
          <a:stretch>
            <a:fillRect/>
          </a:stretch>
        </p:blipFill>
        <p:spPr>
          <a:xfrm>
            <a:off x="645795" y="1004570"/>
            <a:ext cx="1897380" cy="3372485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id="5" name="Resim3"/>
          <p:cNvPicPr>
            <a:picLocks noChangeAspect="1"/>
            <a:extLst>
              <a:ext uri="smNativeData">
                <pr:smNativeData xmlns:pr="smNativeData" val="SMDATA_15_uQLjXxMAAAAlAAAAEQAAAC8BAAAAkAAAAEgAAACQAAAASAAAAAAAAAAA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AcAAAA4AAAAAAAAAAAAAAAAAAAA////AAAAAAAAAAAAAAAAAAAAAAAAAAAAAAAAAAAAAABkAAAAZAAAAAAAAAAjAAAABAAAAGQAAAAXAAAAFAAAAAAAAAAAAAAA/38AAP9/AAAAAAAACQAAAAQAAAAAAAAADAAAABAAAAAAAAAAAAAAAAAAAAAAAAAAHgAAAGgAAAAAAAAAAAAAAAAAAAAAAAAAAAAAABAnAAAQJwAAAAAAAAAAAAAAAAAAAAAAAAAAAAAAAAAAAAAAAAAAAAAUAAAAAAAAAMDA/wAAAAAAZAAAADIAAAAAAAAAZAAAAAAAAAB/f38ACgAAAB8AAABUAAAAu+DjBf///wEAAAAAAAAAAAAAAAAAAAAAAAAAAAAAAAAAAAAAAAAAAAAAAAJ/f38AgICAA8zMzADAwP8Af39/AAAAAAAAAAAAAAAAAP///wAAAAAAIQAAABgAAAAUAAAAfikAAC4GAAAqNQAA7RoAABAAAAAmAAAACAAAAP//////////"/>
              </a:ext>
            </a:extLst>
          </p:cNvPicPr>
          <p:nvPr/>
        </p:nvPicPr>
        <p:blipFill>
          <a:blip r:embed="rId3"/>
          <a:stretch>
            <a:fillRect/>
          </a:stretch>
        </p:blipFill>
        <p:spPr>
          <a:xfrm>
            <a:off x="6744970" y="1004570"/>
            <a:ext cx="1897380" cy="3372485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6" name="MetinKutusu1"/>
          <p:cNvSpPr txBox="1">
            <a:extLst>
              <a:ext uri="smNativeData">
                <pr:smNativeData xmlns:pr="smNativeData" val="SMDATA_13_uQLjXxMAAAAlAAAAEgAAAE8BAAAAkAAAAEgAAACQAAAASAAAAAAAAAAAAAAAAAAAAAEAAABQAAAAAAAAAAAA4D8AAAAAAADgPwAAAAAAAOA/AAAAAAAA4D8AAAAAAADgPwAAAAAAAOA/AAAAAAAA4D8AAAAAAADgPwAAAAAAAOA/AAAAAAAA4D8CAAAAjAAAAAAAAAAAAAAAAAAACf///wgAAAAAAAAAAAAAAAAAAAAAAAAAAAAAAAAAAAAAZAAAAAEAAABAAAAAAAAAAAAAAAAAAAAAAAAAAAAAAAAAAAAAAAAAAAAAAAAAAAAAAAAAAAAAAAAAAAAAAAAAAAAAAAAAAAAAAAAAAAAAAAAAAAAAAAAAAAAAAAAAAAAAFAAAADwAAAAAAAAAAAAAAIAAAAAP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C4GAAD/fwAA/38AAAAAAAAJAAAABAAAANURAAAMAAAAEAAAAAAAAAAAAAAAAAAAAAAAAAAeAAAAaAAAAAAAAAAAAAAAAAAAAAAAAAAAAAAAECcAABAnAAAAAAAAAAAAAAAAAAAAAAAAAAAAAAAAAAAAAAAAAAAAABQAAAAAAAAAwMD/AAAAAABkAAAAMgAAAAAAAABkAAAAAAAAAH9/fwAKAAAAHwAAAFQAAAAAAAAC////AQAAAAAAAAAAAAAAAAAAAAAAAAAAAAAAAAAAAAAAAAAAgAAAAH9/fwCAgIADzMzMAMDA/wB/f38AAAAAAAAAAAAAAAAAAAAAAAAAAAAhAAAAGAAAABQAAAD5AwAAzxsAAHMPAAC/HwAAECAAACYAAAAIAAAA//////////8="/>
              </a:ext>
            </a:extLst>
          </p:cNvSpPr>
          <p:nvPr/>
        </p:nvSpPr>
        <p:spPr>
          <a:xfrm>
            <a:off x="645795" y="4520565"/>
            <a:ext cx="1865630" cy="64008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numCol="1" spcCol="215900" anchor="t"/>
          <a:lstStyle/>
          <a:p>
            <a:pPr algn="ctr">
              <a:defRPr lang="tr-tr"/>
            </a:pPr>
            <a:r>
              <a:t>Rota Bilgileri Giriş Ekranı</a:t>
            </a:r>
          </a:p>
        </p:txBody>
      </p:sp>
      <p:sp>
        <p:nvSpPr>
          <p:cNvPr id="7" name="MetinKutusu2"/>
          <p:cNvSpPr txBox="1">
            <a:extLst>
              <a:ext uri="smNativeData">
                <pr:smNativeData xmlns:pr="smNativeData" val="SMDATA_13_uQLjXxMAAAAlAAAAEgAAAE8BAAAAkAAAAEgAAACQAAAASAAAAAAAAAAAAAAAAAAAAAEAAABQAAAAAAAAAAAA4D8AAAAAAADgPwAAAAAAAOA/AAAAAAAA4D8AAAAAAADgPwAAAAAAAOA/AAAAAAAA4D8AAAAAAADgPwAAAAAAAOA/AAAAAAAA4D8CAAAAjAAAAAAAAAAAAAAAAAAACf///wgAAAAAAAAAAAAAAAAAAAAAAAAAAAAAAAAAAAAAZAAAAAEAAABAAAAAAAAAAAAAAAAAAAAAAAAAAAAAAAAAAAAAAAAAAAAAAAAAAAAAAAAAAAAAAAAAAAAAAAAAAAAAAAAAAAAAAAAAAAAAAAAAAAAAAAAAAAAAAAAAAAAAFAAAADwAAAAAAAAAAAAAAIAAAAAP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GoEAAD/fwAA/38AAAAAAAAJAAAABAAAANURAAAMAAAAEAAAAAAAAAAAAAAAAAAAAAAAAAAeAAAAaAAAAAAAAAAAAAAAAAAAAAAAAAAAAAAAECcAABAnAAAAAAAAAAAAAAAAAAAAAAAAAAAAAAAAAAAAAAAAAAAAABQAAAAAAAAAwMD/AAAAAABkAAAAMgAAAAAAAABkAAAAAAAAAH9/fwAKAAAAHwAAAFQAAAAAAAAC////AQAAAAAAAAAAAAAAAAAAAAAAAAAAAAAAAAAAAAAAAAAAgAAAAH9/fwCAgIADzMzMAMDA/wB/f38AAAAAAAAAAAAAAAAAAAAAAAAAAAAhAAAAGAAAABQAAACDFgAAzxsAAG4iAAAfIwAAECAAACYAAAAIAAAA//////////8="/>
              </a:ext>
            </a:extLst>
          </p:cNvSpPr>
          <p:nvPr/>
        </p:nvSpPr>
        <p:spPr>
          <a:xfrm>
            <a:off x="3659505" y="4520565"/>
            <a:ext cx="1937385" cy="118872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numCol="1" spcCol="215900" anchor="t"/>
          <a:lstStyle/>
          <a:p>
            <a:pPr>
              <a:defRPr lang="tr-tr"/>
            </a:pPr>
            <a:r>
              <a:t>Ziyaret Noktasının ve Kısıtlamalarının Giriş Ekranı</a:t>
            </a:r>
          </a:p>
        </p:txBody>
      </p:sp>
      <p:sp>
        <p:nvSpPr>
          <p:cNvPr id="8" name="MetinKutusu3"/>
          <p:cNvSpPr txBox="1">
            <a:extLst>
              <a:ext uri="smNativeData">
                <pr:smNativeData xmlns:pr="smNativeData" val="SMDATA_13_uQLjXxMAAAAlAAAAEgAAAE8BAAAAkAAAAEgAAACQAAAASAAAAAAAAAAAAAAAAAAAAAEAAABQAAAAAAAAAAAA4D8AAAAAAADgPwAAAAAAAOA/AAAAAAAA4D8AAAAAAADgPwAAAAAAAOA/AAAAAAAA4D8AAAAAAADgPwAAAAAAAOA/AAAAAAAA4D8CAAAAjAAAAAAAAAAAAAAAAAAACf///wgAAAAAAAAAAAAAAAAAAAAAAAAAAAAAAAAAAAAAZAAAAAEAAABAAAAAAAAAAAAAAAAAAAAAAAAAAAAAAAAAAAAAAAAAAAAAAAAAAAAAAAAAAAAAAAAAAAAAAAAAAAAAAAAAAAAAAAAAAAAAAAAAAAAAAAAAAAAAAAAAAAAAFAAAADwAAAAAAAAAAAAAAIAAAAAP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J8GAAD/fwAA/38AAAAAAAAJAAAABAAAANURAAAMAAAAEAAAAAAAAAAAAAAAAAAAAAAAAAAeAAAAaAAAAAAAAAAAAAAAAAAAAAAAAAAAAAAAECcAABAnAAAAAAAAAAAAAAAAAAAAAAAAAAAAAAAAAAAAAAAAAAAAABQAAAAAAAAAwMD/AAAAAABkAAAAMgAAAAAAAABkAAAAAAAAAH9/fwAKAAAAHwAAAFQAAAAAAAAC////AQAAAAAAAAAAAAAAAAAAAAAAAAAAAAAAAAAAAAAAAAAAgAAAAH9/fwCAgIADzMzMAMDA/wB/f38AAAAAAAAAAAAAAAAAAAAAAAAAAAAhAAAAGAAAABQAAAB+KQAAzxsAAPg0AADPJAAAECAAACYAAAAIAAAA//////////8="/>
              </a:ext>
            </a:extLst>
          </p:cNvSpPr>
          <p:nvPr/>
        </p:nvSpPr>
        <p:spPr>
          <a:xfrm>
            <a:off x="6744970" y="4520565"/>
            <a:ext cx="1865630" cy="146304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numCol="1" spcCol="215900" anchor="t"/>
          <a:lstStyle/>
          <a:p>
            <a:pPr algn="ctr">
              <a:defRPr lang="tr-tr"/>
            </a:pPr>
            <a:r>
              <a:t>Ziyaret Noktalarının Kullanıcıya Sunulduğu Ekran</a:t>
            </a:r>
          </a:p>
        </p:txBody>
      </p:sp>
      <p:pic>
        <p:nvPicPr>
          <p:cNvPr id="9" name="Resim2"/>
          <p:cNvPicPr>
            <a:picLocks noChangeAspect="1"/>
            <a:extLst>
              <a:ext uri="smNativeData">
                <pr:smNativeData xmlns:pr="smNativeData" val="SMDATA_15_uQLjXxMAAAAlAAAAEQAAAC8BAAAAkAAAAEgAAACQAAAASAAAAAAAAAAA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AcAAAA4AAAAAAAAAAAAAAAAAAAA////AAAAAAAAAAAAAAAAAAAAAAAAAAAAAAAAAAAAAABkAAAAZAAAAAAAAAAjAAAABAAAAGQAAAAXAAAAFAAAAAAAAAAAAAAA/38AAP9/AAAAAAAACQAAAAQAAABhbW1hDAAAABAAAAAAAAAAAAAAAAAAAAAAAAAAHgAAAGgAAAAAAAAAAAAAAAAAAAAAAAAAAAAAABAnAAAQJwAAAAAAAAAAAAAAAAAAAAAAAAAAAAAAAAAAAAAAAAAAAAAUAAAAAAAAAMDA/wAAAAAAZAAAADIAAAAAAAAAZAAAAAAAAAB/f38ACgAAAB8AAABUAAAAu+DjBf///wEAAAAAAAAAAAAAAAAAAAAAAAAAAAAAAAAAAAAAAAAAAAAAAAJ/f38AgICAA8zMzADAwP8Af39/AAAAAAAAAAAAAAAAAP///wAAAAAAIQAAABgAAAAUAAAAwhYAAC4GAABuIgAA7RoAABAAAAAmAAAACAAAAP//////////"/>
              </a:ext>
            </a:extLst>
          </p:cNvPicPr>
          <p:nvPr/>
        </p:nvPicPr>
        <p:blipFill>
          <a:blip r:embed="rId4"/>
          <a:stretch>
            <a:fillRect/>
          </a:stretch>
        </p:blipFill>
        <p:spPr>
          <a:xfrm>
            <a:off x="3699510" y="1004570"/>
            <a:ext cx="1897380" cy="3372485"/>
          </a:xfrm>
          <a:prstGeom prst="rect">
            <a:avLst/>
          </a:prstGeom>
          <a:noFill/>
          <a:ln>
            <a:noFill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p="http://schemas.openxmlformats.org/presentationml/2006/main" xmlns:p14="http://schemas.microsoft.com/office/powerpoint/2010/main" xmlns:r="http://schemas.openxmlformats.org/officeDocument/2006/relationships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3 Slayt Numarası Yer Tutucusu"/>
          <p:cNvSpPr>
            <a:spLocks noGrp="1" noChangeArrowheads="1"/>
            <a:extLst>
              <a:ext uri="smNativeData">
                <pr:smNativeData xmlns:pr="smNativeData" val="SMDATA_13_uQLjXxMAAAAlAAAAZAAAAA0AAAAAkAAAAEgAAACQAAAASAAAAAAAAAAA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GF0ZG0MAAAAEAAAAAAAAAAAAAAAAAAAAAAAAAAeAAAAaAAAAAAAAAAAAAAAAAAAAAAAAAAAAAAAECcAABAnAAAAAAAAAAAAAAAAAAAAAAAAAAAAAAAAAAAAAAAAAAAAABQAAAAAAAAAwMD/AAAAAABkAAAAMgAAAAAAAABkAAAAAAAAAH9/fwAKAAAAHwAAAFQAAAC74OMF////AQAAAAAAAAAAAAAAAAAAAAAAAAAAAAAAAAAAAAAAAAAAAAAAAn9/fwCAgIADzMzMAMDA/wB/f38AAAAAAAAAAAAAAAAAAAAAAAAAAAAhAAAAGAAAABQAAACANAAAUCgAAFA3AADIKAAAEAAAACYAAAAIAAAAAIAAAP8fAAA="/>
              </a:ext>
            </a:extLst>
          </p:cNvSpPr>
          <p:nvPr>
            <p:ph type="sldNum" sz="quarter" idx="10"/>
          </p:nvPr>
        </p:nvSpPr>
        <p:spPr>
          <a:noFill/>
          <a:ln>
            <a:noFill/>
          </a:ln>
        </p:spPr>
        <p:txBody>
          <a:bodyPr/>
          <a:lstStyle>
            <a:lvl1pPr>
              <a:spcBef>
                <a:spcPts val="0"/>
              </a:spcBef>
              <a:buChar char="•"/>
              <a:defRPr lang="tr-tr" sz="3200">
                <a:solidFill>
                  <a:schemeClr val="tx1"/>
                </a:solidFill>
                <a:latin typeface="Arial" pitchFamily="1" charset="0"/>
                <a:ea typeface="Arial" pitchFamily="1" charset="0"/>
                <a:cs typeface="Arial" pitchFamily="1" charset="0"/>
              </a:defRPr>
            </a:lvl1pPr>
            <a:lvl2pPr marL="742950" indent="-285750">
              <a:spcBef>
                <a:spcPts val="0"/>
              </a:spcBef>
              <a:buChar char="–"/>
              <a:defRPr lang="tr-tr" sz="2800">
                <a:solidFill>
                  <a:schemeClr val="tx1"/>
                </a:solidFill>
                <a:latin typeface="Arial" pitchFamily="1" charset="0"/>
                <a:ea typeface="Arial" pitchFamily="1" charset="0"/>
                <a:cs typeface="Arial" pitchFamily="1" charset="0"/>
              </a:defRPr>
            </a:lvl2pPr>
            <a:lvl3pPr marL="1143000" indent="-228600">
              <a:spcBef>
                <a:spcPts val="0"/>
              </a:spcBef>
              <a:buChar char="•"/>
              <a:defRPr lang="tr-tr" sz="2400">
                <a:solidFill>
                  <a:schemeClr val="tx1"/>
                </a:solidFill>
                <a:latin typeface="Arial" pitchFamily="1" charset="0"/>
                <a:ea typeface="Arial" pitchFamily="1" charset="0"/>
                <a:cs typeface="Arial" pitchFamily="1" charset="0"/>
              </a:defRPr>
            </a:lvl3pPr>
            <a:lvl4pPr marL="1600200" indent="-228600">
              <a:spcBef>
                <a:spcPts val="0"/>
              </a:spcBef>
              <a:buChar char="–"/>
              <a:defRPr lang="tr-tr" sz="2000">
                <a:solidFill>
                  <a:schemeClr val="tx1"/>
                </a:solidFill>
                <a:latin typeface="Arial" pitchFamily="1" charset="0"/>
                <a:ea typeface="Arial" pitchFamily="1" charset="0"/>
                <a:cs typeface="Arial" pitchFamily="1" charset="0"/>
              </a:defRPr>
            </a:lvl4pPr>
            <a:lvl5pPr marL="2057400" indent="-228600">
              <a:spcBef>
                <a:spcPts val="0"/>
              </a:spcBef>
              <a:buChar char="»"/>
              <a:defRPr lang="tr-tr" sz="2000">
                <a:solidFill>
                  <a:schemeClr val="tx1"/>
                </a:solidFill>
                <a:latin typeface="Arial" pitchFamily="1" charset="0"/>
                <a:ea typeface="Arial" pitchFamily="1" charset="0"/>
                <a:cs typeface="Arial" pitchFamily="1" charset="0"/>
              </a:defRPr>
            </a:lvl5pPr>
            <a:lvl6pPr marL="2514600" indent="-228600">
              <a:spcBef>
                <a:spcPts val="0"/>
              </a:spcBef>
              <a:spcAft>
                <a:spcPts val="0"/>
              </a:spcAft>
              <a:buChar char="»"/>
              <a:defRPr lang="tr-tr" sz="2000">
                <a:solidFill>
                  <a:schemeClr val="tx1"/>
                </a:solidFill>
                <a:latin typeface="Arial" pitchFamily="1" charset="0"/>
                <a:ea typeface="Arial" pitchFamily="1" charset="0"/>
                <a:cs typeface="Arial" pitchFamily="1" charset="0"/>
              </a:defRPr>
            </a:lvl6pPr>
            <a:lvl7pPr marL="2971800" indent="-228600">
              <a:spcBef>
                <a:spcPts val="0"/>
              </a:spcBef>
              <a:spcAft>
                <a:spcPts val="0"/>
              </a:spcAft>
              <a:buChar char="»"/>
              <a:defRPr lang="tr-tr" sz="2000">
                <a:solidFill>
                  <a:schemeClr val="tx1"/>
                </a:solidFill>
                <a:latin typeface="Arial" pitchFamily="1" charset="0"/>
                <a:ea typeface="Arial" pitchFamily="1" charset="0"/>
                <a:cs typeface="Arial" pitchFamily="1" charset="0"/>
              </a:defRPr>
            </a:lvl7pPr>
            <a:lvl8pPr marL="3429000" indent="-228600">
              <a:spcBef>
                <a:spcPts val="0"/>
              </a:spcBef>
              <a:spcAft>
                <a:spcPts val="0"/>
              </a:spcAft>
              <a:buChar char="»"/>
              <a:defRPr lang="tr-tr" sz="2000">
                <a:solidFill>
                  <a:schemeClr val="tx1"/>
                </a:solidFill>
                <a:latin typeface="Arial" pitchFamily="1" charset="0"/>
                <a:ea typeface="Arial" pitchFamily="1" charset="0"/>
                <a:cs typeface="Arial" pitchFamily="1" charset="0"/>
              </a:defRPr>
            </a:lvl8pPr>
            <a:lvl9pPr marL="3886200" indent="-228600">
              <a:spcBef>
                <a:spcPts val="0"/>
              </a:spcBef>
              <a:spcAft>
                <a:spcPts val="0"/>
              </a:spcAft>
              <a:buChar char="»"/>
              <a:defRPr lang="tr-tr" sz="2000">
                <a:solidFill>
                  <a:schemeClr val="tx1"/>
                </a:solidFill>
                <a:latin typeface="Arial" pitchFamily="1" charset="0"/>
                <a:ea typeface="Arial" pitchFamily="1" charset="0"/>
                <a:cs typeface="Arial" pitchFamily="1" charset="0"/>
              </a:defRPr>
            </a:lvl9pPr>
          </a:lstStyle>
          <a:p>
            <a:pPr>
              <a:spcBef>
                <a:spcPts val="0"/>
              </a:spcBef>
              <a:buNone/>
              <a:defRPr lang="tr-tr"/>
            </a:pPr>
            <a:fld id="{C095632D-E2EB-0671-A5EB-1424C9A55341}" type="slidenum">
              <a:rPr lang="tr-tr" sz="1000">
                <a:solidFill>
                  <a:srgbClr val="FFFFE5"/>
                </a:solidFill>
              </a:rPr>
              <a:t>7</a:t>
            </a:fld>
            <a:endParaRPr lang="tr-tr" sz="1000">
              <a:solidFill>
                <a:srgbClr val="FFFFE5"/>
              </a:solidFill>
            </a:endParaRPr>
          </a:p>
        </p:txBody>
      </p:sp>
      <p:sp>
        <p:nvSpPr>
          <p:cNvPr id="3" name="Rectangle 2"/>
          <p:cNvSpPr>
            <a:spLocks noGrp="1" noChangeArrowheads="1"/>
            <a:extLst>
              <a:ext uri="smNativeData">
                <pr:smNativeData xmlns:pr="smNativeData" val="SMDATA_13_uQLjXxMAAAAlAAAAZAAAAA0AAAAAkAAAAEgAAACQAAAASAAAAAAAAAAB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GF0ZG0MAAAAEAAAAAAAAAAAAAAAAAAAAAAAAAAeAAAAaAAAAAAAAAAAAAAAAAAAAAAAAAAAAAAAECcAABAnAAAAAAAAAAAAAAAAAAAAAAAAAAAAAAAAAAAAAAAAAAAAABQAAAAAAAAAwMD/AAAAAABkAAAAMgAAAAAAAABkAAAAAAAAAH9/fwAKAAAAHwAAAFQAAAC74OMF////AQAAAAAAAAAAAAAAAAAAAAAAAAAAAAAAAAAAAAAAAAAAAAAAAn9/fwCAgIADzMzMAMDA/wB/f38AAAAAAAAAAAAAAAAAAAAAAAAAAAAhAAAAGAAAABQAAADwAAAAqAAAANg2AAA4BAAAEAAAACYAAAAIAAAAAQAAAAAAAAA="/>
              </a:ext>
            </a:extLst>
          </p:cNvSpPr>
          <p:nvPr>
            <p:ph type="title"/>
          </p:nvPr>
        </p:nvSpPr>
        <p:spPr>
          <a:xfrm>
            <a:off x="152400" y="106680"/>
            <a:ext cx="8763000" cy="579120"/>
          </a:xfrm>
        </p:spPr>
        <p:txBody>
          <a:bodyPr/>
          <a:lstStyle/>
          <a:p>
            <a:pPr>
              <a:defRPr lang="tr-tr" sz="4000"/>
            </a:pPr>
            <a:r>
              <a:t>Servis Geliştirmeleri</a:t>
            </a:r>
          </a:p>
        </p:txBody>
      </p:sp>
      <p:sp>
        <p:nvSpPr>
          <p:cNvPr id="4" name="MetinKutusu1"/>
          <p:cNvSpPr txBox="1">
            <a:extLst>
              <a:ext uri="smNativeData">
                <pr:smNativeData xmlns:pr="smNativeData" val="SMDATA_13_uQLjXxMAAAAlAAAAEgAAAE8BAAAAkAAAAEgAAACQAAAASAAAAAAAAAAAAAAAAAAAAAEAAABQAAAAAAAAAAAA4D8AAAAAAADgPwAAAAAAAOA/AAAAAAAA4D8AAAAAAADgPwAAAAAAAOA/AAAAAAAA4D8AAAAAAADgPwAAAAAAAOA/AAAAAAAA4D8CAAAAjAAAAAAAAAAAAAAAAAAACf///wgAAAAAAAAAAAAAAAAAAAAAAAAAAAAAAAAAAAAAZAAAAAEAAABAAAAAAAAAAAAAAAAAAAAAAAAAAAAAAAAAAAAAAAAAAAAAAAAAAAAAAAAAAAAAAAAAAAAAAAAAAAAAAAAAAAAAAAAAAAAAAAAAAAAAAAAAAAAAAAAAAAAAFAAAADwAAAAAAAAAAAAAAIAAAAAP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kLAAD/fwAA/38AAAAAAAAJAAAABAAAAGxAAQAMAAAAEAAAAAAAAAAAAAAAAAAAAAAAAAAeAAAAaAAAAAAAAAAAAAAAAAAAAAAAAAAAAAAAECcAABAnAAAAAAAAAAAAAAAAAAAAAAAAAAAAAAAAAAAAAAAAAAAAABQAAAAAAAAAwMD/AAAAAABkAAAAMgAAAAAAAABkAAAAAAAAAH9/fwAKAAAAHwAAAFQAAAAAAAAC////AQAAAAAAAAAAAAAAAAAAAAAAAAAAAAAAAAAAAAAAAAAAgAAAAH9/fwCAgIADzMzMAMDA/wB/f38AAAAAAAAAAAAAAAAAAAAAAAAAAAAhAAAAGAAAABQAAABTAQAAEhYAALw2AAAiJAAAECAAACYAAAAIAAAA//////////8="/>
              </a:ext>
            </a:extLst>
          </p:cNvSpPr>
          <p:nvPr/>
        </p:nvSpPr>
        <p:spPr>
          <a:xfrm>
            <a:off x="215265" y="3587750"/>
            <a:ext cx="8682355" cy="22860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numCol="1" spcCol="215900" anchor="t"/>
          <a:lstStyle/>
          <a:p>
            <a:pPr>
              <a:buFont typeface="Wingdings" pitchFamily="2" charset="2"/>
              <a:buChar char=""/>
              <a:defRPr lang="tr-tr"/>
            </a:pPr>
            <a:r>
              <a:t> Giriş yapma işlemi; kullanıcının eposta/kullanıcı adı ve parolası kontrol edilir ve sistemde kayıtlı ise kullanıcı mobil uygulamaya giriş yapabilir.</a:t>
            </a:r>
          </a:p>
          <a:p>
            <a:pPr>
              <a:buFont typeface="Wingdings" pitchFamily="2" charset="2"/>
              <a:buChar char=""/>
              <a:defRPr lang="tr-tr"/>
            </a:pPr>
            <a:r>
              <a:t> Üye olma işlemi; kullanıcıdan eposta, kulllanıcı adı ve parola bilgileri alınır ve kullanıcı sisteme kaydedilir.</a:t>
            </a:r>
          </a:p>
          <a:p>
            <a:pPr>
              <a:buFont typeface="Wingdings" pitchFamily="2" charset="2"/>
              <a:buChar char=""/>
              <a:defRPr lang="tr-tr"/>
            </a:pPr>
            <a:r>
              <a:t> Rotaların kaydedilmesi; kullanıcının oluşturduğu rotalar konum bilgileri ile sisteme kaydedilir. </a:t>
            </a:r>
          </a:p>
          <a:p>
            <a:pPr>
              <a:buFont typeface="Wingdings" pitchFamily="2" charset="2"/>
              <a:buChar char=""/>
              <a:defRPr lang="tr-tr"/>
            </a:pPr>
            <a:r>
              <a:t>Rotaların alınması; kullanıcının kendi belirlediği bölgeler için sınır bilgileri ile sistemdeki rotalar sorgulanır ve kullanıcıya sunulur.</a:t>
            </a:r>
          </a:p>
        </p:txBody>
      </p:sp>
      <p:pic>
        <p:nvPicPr>
          <p:cNvPr id="5" name="Resim1"/>
          <p:cNvPicPr>
            <a:picLocks noChangeAspect="1"/>
            <a:extLst>
              <a:ext uri="smNativeData">
                <pr:smNativeData xmlns:pr="smNativeData" val="SMDATA_15_uQLjXxMAAAAlAAAAEQAAAC8BAAAAkAAAAEgAAACQAAAASAAAAAAAAAAA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AcAAAA4AAAAAAAAAAAAAAAAAAAA////AAAAAAAAAAAAAAAAAAAAAAAAAAAAAAAAAAAAAABkAAAAZAAAAAAAAAAjAAAABAAAAGQAAAAXAAAAFAAAAAAAAAAAAAAA/38AAP9/AAAAAAAACQAAAAQAAABhbW1hDAAAABAAAAAAAAAAAAAAAAAAAAAAAAAAHgAAAGgAAAAAAAAAAAAAAAAAAAAAAAAAAAAAABAnAAAQJwAAAAAAAAAAAAAAAAAAAAAAAAAAAAAAAAAAAAAAAAAAAAAUAAAAAAAAAMDA/wAAAAAAZAAAADIAAAAAAAAAZAAAAAAAAAB/f38ACgAAAB8AAABUAAAAu+DjBf///wEAAAAAAAAAAAAAAAAAAAAAAAAAAAAAAAAAAAAAAAAAAAAAAAJ/f38AgICAA8zMzADAwP8Af39/AAAAAAAAAAAAAAAAAP///wAAAAAAIQAAABgAAAAUAAAARgkAAE8GAACzKwAAvxQAABAAAAAmAAAACAAAAP//////////"/>
              </a:ext>
            </a:extLst>
          </p:cNvPicPr>
          <p:nvPr/>
        </p:nvPicPr>
        <p:blipFill>
          <a:blip r:embed="rId2"/>
          <a:stretch>
            <a:fillRect/>
          </a:stretch>
        </p:blipFill>
        <p:spPr>
          <a:xfrm>
            <a:off x="1507490" y="1025525"/>
            <a:ext cx="5596255" cy="2346960"/>
          </a:xfrm>
          <a:prstGeom prst="rect">
            <a:avLst/>
          </a:prstGeom>
          <a:noFill/>
          <a:ln>
            <a:noFill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p="http://schemas.openxmlformats.org/presentationml/2006/main" xmlns:p14="http://schemas.microsoft.com/office/powerpoint/2010/main" xmlns:r="http://schemas.openxmlformats.org/officeDocument/2006/relationships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3 Slayt Numarası Yer Tutucusu"/>
          <p:cNvSpPr>
            <a:spLocks noGrp="1" noChangeArrowheads="1"/>
            <a:extLst>
              <a:ext uri="smNativeData">
                <pr:smNativeData xmlns:pr="smNativeData" val="SMDATA_13_uQLjXxMAAAAlAAAAZAAAAA0AAAAAkAAAAEgAAACQAAAASAAAAAAAAAAA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ICkvdwMAAAAEAAAAAAAAAAAAAAAAAAAAAAAAAAeAAAAaAAAAAAAAAAAAAAAAAAAAAAAAAAAAAAAECcAABAnAAAAAAAAAAAAAAAAAAAAAAAAAAAAAAAAAAAAAAAAAAAAABQAAAAAAAAAwMD/AAAAAABkAAAAMgAAAAAAAABkAAAAAAAAAH9/fwAKAAAAHwAAAFQAAAC74OMF////AQAAAAAAAAAAAAAAAAAAAAAAAAAAAAAAAAAAAAAAAAAAAAAAAn9/fwCAgIADzMzMAMDA/wB/f38AAAAAAAAAAAAAAAAAAAAAAAAAAAAhAAAAGAAAABQAAACANAAAUCgAAFA3AADIKAAAEAAAACYAAAAIAAAAAIAAAP8fAAA="/>
              </a:ext>
            </a:extLst>
          </p:cNvSpPr>
          <p:nvPr>
            <p:ph type="sldNum" sz="quarter" idx="10"/>
          </p:nvPr>
        </p:nvSpPr>
        <p:spPr>
          <a:noFill/>
          <a:ln>
            <a:noFill/>
          </a:ln>
        </p:spPr>
        <p:txBody>
          <a:bodyPr/>
          <a:lstStyle>
            <a:lvl1pPr>
              <a:spcBef>
                <a:spcPts val="0"/>
              </a:spcBef>
              <a:buChar char="•"/>
              <a:defRPr lang="tr-tr" sz="3200">
                <a:solidFill>
                  <a:schemeClr val="tx1"/>
                </a:solidFill>
                <a:latin typeface="Arial" pitchFamily="1" charset="0"/>
                <a:ea typeface="Arial" pitchFamily="1" charset="0"/>
                <a:cs typeface="Arial" pitchFamily="1" charset="0"/>
              </a:defRPr>
            </a:lvl1pPr>
            <a:lvl2pPr marL="742950" indent="-285750">
              <a:spcBef>
                <a:spcPts val="0"/>
              </a:spcBef>
              <a:buChar char="–"/>
              <a:defRPr lang="tr-tr" sz="2800">
                <a:solidFill>
                  <a:schemeClr val="tx1"/>
                </a:solidFill>
                <a:latin typeface="Arial" pitchFamily="1" charset="0"/>
                <a:ea typeface="Arial" pitchFamily="1" charset="0"/>
                <a:cs typeface="Arial" pitchFamily="1" charset="0"/>
              </a:defRPr>
            </a:lvl2pPr>
            <a:lvl3pPr marL="1143000" indent="-228600">
              <a:spcBef>
                <a:spcPts val="0"/>
              </a:spcBef>
              <a:buChar char="•"/>
              <a:defRPr lang="tr-tr" sz="2400">
                <a:solidFill>
                  <a:schemeClr val="tx1"/>
                </a:solidFill>
                <a:latin typeface="Arial" pitchFamily="1" charset="0"/>
                <a:ea typeface="Arial" pitchFamily="1" charset="0"/>
                <a:cs typeface="Arial" pitchFamily="1" charset="0"/>
              </a:defRPr>
            </a:lvl3pPr>
            <a:lvl4pPr marL="1600200" indent="-228600">
              <a:spcBef>
                <a:spcPts val="0"/>
              </a:spcBef>
              <a:buChar char="–"/>
              <a:defRPr lang="tr-tr" sz="2000">
                <a:solidFill>
                  <a:schemeClr val="tx1"/>
                </a:solidFill>
                <a:latin typeface="Arial" pitchFamily="1" charset="0"/>
                <a:ea typeface="Arial" pitchFamily="1" charset="0"/>
                <a:cs typeface="Arial" pitchFamily="1" charset="0"/>
              </a:defRPr>
            </a:lvl4pPr>
            <a:lvl5pPr marL="2057400" indent="-228600">
              <a:spcBef>
                <a:spcPts val="0"/>
              </a:spcBef>
              <a:buChar char="»"/>
              <a:defRPr lang="tr-tr" sz="2000">
                <a:solidFill>
                  <a:schemeClr val="tx1"/>
                </a:solidFill>
                <a:latin typeface="Arial" pitchFamily="1" charset="0"/>
                <a:ea typeface="Arial" pitchFamily="1" charset="0"/>
                <a:cs typeface="Arial" pitchFamily="1" charset="0"/>
              </a:defRPr>
            </a:lvl5pPr>
            <a:lvl6pPr marL="2514600" indent="-228600">
              <a:spcBef>
                <a:spcPts val="0"/>
              </a:spcBef>
              <a:spcAft>
                <a:spcPts val="0"/>
              </a:spcAft>
              <a:buChar char="»"/>
              <a:defRPr lang="tr-tr" sz="2000">
                <a:solidFill>
                  <a:schemeClr val="tx1"/>
                </a:solidFill>
                <a:latin typeface="Arial" pitchFamily="1" charset="0"/>
                <a:ea typeface="Arial" pitchFamily="1" charset="0"/>
                <a:cs typeface="Arial" pitchFamily="1" charset="0"/>
              </a:defRPr>
            </a:lvl6pPr>
            <a:lvl7pPr marL="2971800" indent="-228600">
              <a:spcBef>
                <a:spcPts val="0"/>
              </a:spcBef>
              <a:spcAft>
                <a:spcPts val="0"/>
              </a:spcAft>
              <a:buChar char="»"/>
              <a:defRPr lang="tr-tr" sz="2000">
                <a:solidFill>
                  <a:schemeClr val="tx1"/>
                </a:solidFill>
                <a:latin typeface="Arial" pitchFamily="1" charset="0"/>
                <a:ea typeface="Arial" pitchFamily="1" charset="0"/>
                <a:cs typeface="Arial" pitchFamily="1" charset="0"/>
              </a:defRPr>
            </a:lvl7pPr>
            <a:lvl8pPr marL="3429000" indent="-228600">
              <a:spcBef>
                <a:spcPts val="0"/>
              </a:spcBef>
              <a:spcAft>
                <a:spcPts val="0"/>
              </a:spcAft>
              <a:buChar char="»"/>
              <a:defRPr lang="tr-tr" sz="2000">
                <a:solidFill>
                  <a:schemeClr val="tx1"/>
                </a:solidFill>
                <a:latin typeface="Arial" pitchFamily="1" charset="0"/>
                <a:ea typeface="Arial" pitchFamily="1" charset="0"/>
                <a:cs typeface="Arial" pitchFamily="1" charset="0"/>
              </a:defRPr>
            </a:lvl8pPr>
            <a:lvl9pPr marL="3886200" indent="-228600">
              <a:spcBef>
                <a:spcPts val="0"/>
              </a:spcBef>
              <a:spcAft>
                <a:spcPts val="0"/>
              </a:spcAft>
              <a:buChar char="»"/>
              <a:defRPr lang="tr-tr" sz="2000">
                <a:solidFill>
                  <a:schemeClr val="tx1"/>
                </a:solidFill>
                <a:latin typeface="Arial" pitchFamily="1" charset="0"/>
                <a:ea typeface="Arial" pitchFamily="1" charset="0"/>
                <a:cs typeface="Arial" pitchFamily="1" charset="0"/>
              </a:defRPr>
            </a:lvl9pPr>
          </a:lstStyle>
          <a:p>
            <a:pPr>
              <a:spcBef>
                <a:spcPts val="0"/>
              </a:spcBef>
              <a:buNone/>
              <a:defRPr lang="tr-tr"/>
            </a:pPr>
            <a:fld id="{C095632D-C09B-5988-D5B4-36DD30FA2363}" type="slidenum">
              <a:rPr lang="tr-tr" sz="1000">
                <a:solidFill>
                  <a:srgbClr val="FFFFE5"/>
                </a:solidFill>
              </a:rPr>
              <a:t>8</a:t>
            </a:fld>
            <a:endParaRPr lang="tr-tr" sz="1000">
              <a:solidFill>
                <a:srgbClr val="FFFFE5"/>
              </a:solidFill>
            </a:endParaRPr>
          </a:p>
        </p:txBody>
      </p:sp>
      <p:sp>
        <p:nvSpPr>
          <p:cNvPr id="3" name="Rectangle 2"/>
          <p:cNvSpPr>
            <a:spLocks noGrp="1" noChangeArrowheads="1"/>
            <a:extLst>
              <a:ext uri="smNativeData">
                <pr:smNativeData xmlns:pr="smNativeData" val="SMDATA_13_uQLjXxMAAAAlAAAAZAAAAA0AAAAAkAAAAEgAAACQAAAASAAAAAAAAAAB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MAAAAEAAAAAAAAAAAAAAAAAAAAAAAAAAeAAAAaAAAAAAAAAAAAAAAAAAAAAAAAAAAAAAAECcAABAnAAAAAAAAAAAAAAAAAAAAAAAAAAAAAAAAAAAAAAAAAAAAABQAAAAAAAAAwMD/AAAAAABkAAAAMgAAAAAAAABkAAAAAAAAAH9/fwAKAAAAHwAAAFQAAAC74OMF////AQAAAAAAAAAAAAAAAAAAAAAAAAAAAAAAAAAAAAAAAAAAAAAAAn9/fwCAgIADzMzMAMDA/wB/f38AAAAAAAAAAAAAAAAAAAAAAAAAAAAhAAAAGAAAABQAAADwAAAAqAAAANg2AAA4BAAAEAAAACYAAAAIAAAAAQAAAAAAAAA="/>
              </a:ext>
            </a:extLst>
          </p:cNvSpPr>
          <p:nvPr>
            <p:ph type="title"/>
          </p:nvPr>
        </p:nvSpPr>
        <p:spPr>
          <a:xfrm>
            <a:off x="152400" y="106680"/>
            <a:ext cx="8763000" cy="579120"/>
          </a:xfrm>
        </p:spPr>
        <p:txBody>
          <a:bodyPr/>
          <a:lstStyle/>
          <a:p>
            <a:pPr>
              <a:defRPr lang="tr-tr" sz="4000"/>
            </a:pPr>
            <a:r>
              <a:t>Geliştirilmesi Gerekenler</a:t>
            </a:r>
          </a:p>
        </p:txBody>
      </p:sp>
      <p:sp>
        <p:nvSpPr>
          <p:cNvPr id="4" name="MetinKutusu1"/>
          <p:cNvSpPr txBox="1">
            <a:extLst>
              <a:ext uri="smNativeData">
                <pr:smNativeData xmlns:pr="smNativeData" val="SMDATA_13_uQLjXxMAAAAlAAAAEgAAAE8BAAAAkAAAAEgAAACQAAAASAAAAAAAAAAAAAAAAAAAAAEAAABQAAAAAAAAAAAA4D8AAAAAAADgPwAAAAAAAOA/AAAAAAAA4D8AAAAAAADgPwAAAAAAAOA/AAAAAAAA4D8AAAAAAADgPwAAAAAAAOA/AAAAAAAA4D8CAAAAjAAAAAAAAAAAAAAAAAAACf///wgAAAAAAAAAAAAAAAAAAAAAAAAAAAAAAAAAAAAAZAAAAAEAAABAAAAAAAAAAAAAAAAAAAAAAAAAAAAAAAAAAAAAAAAAAAAAAAAAAAAAAAAAAAAAAAAAAAAAAAAAAAAAAAAAAAAAAAAAAAAAAAAAAAAAAAAAAAAAAAAAAAAAFAAAADwAAAAAAAAAAAAAAIAAAAAP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kLAAD/fwAA/38AAAAAAAAJAAAABAAAANURAAAMAAAAEAAAAAAAAAAAAAAAAAAAAAAAAAAeAAAAaAAAAAAAAAAAAAAAAAAAAAAAAAAAAAAAECcAABAnAAAAAAAAAAAAAAAAAAAAAAAAAAAAAAAAAAAAAAAAAAAAABQAAAAAAAAAwMD/AAAAAABkAAAAMgAAAAAAAABkAAAAAAAAAH9/fwAKAAAAHwAAAFQAAAAAAAAC////AQAAAAAAAAAAAAAAAAAAAAAAAAAAAAAAAAAAAAAAAAAAgAAAAH9/fwCAgIADzMzMAMDA/wB/f38AAAAAAAAAAAAAAAAAAAAAAAAAAAAhAAAAGAAAABQAAADiAAAALgYAAEs2AABeHgAAECAAACYAAAAIAAAA//////////8="/>
              </a:ext>
            </a:extLst>
          </p:cNvSpPr>
          <p:nvPr/>
        </p:nvSpPr>
        <p:spPr>
          <a:xfrm>
            <a:off x="143510" y="1004570"/>
            <a:ext cx="8682355" cy="393192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numCol="1" spcCol="215900" anchor="t"/>
          <a:lstStyle/>
          <a:p>
            <a:pPr>
              <a:buFont typeface="Wingdings" pitchFamily="2" charset="2"/>
              <a:buChar char=""/>
              <a:defRPr lang="tr-tr"/>
            </a:pPr>
            <a:r>
              <a:t>Algoritma;</a:t>
            </a:r>
          </a:p>
          <a:p>
            <a:pPr lvl="1">
              <a:buFont typeface="Wingdings" pitchFamily="2" charset="2"/>
              <a:buChar char=""/>
              <a:defRPr lang="tr-tr"/>
            </a:pPr>
            <a:r>
              <a:t>Algortimanın doğruluk oranını arttırıp, karmaşıklığını azaltmak için çalışmalar yapılacak.</a:t>
            </a:r>
          </a:p>
          <a:p>
            <a:pPr lvl="1">
              <a:buFont typeface="Wingdings" pitchFamily="2" charset="2"/>
              <a:buChar char=""/>
              <a:defRPr lang="tr-tr"/>
            </a:pPr>
          </a:p>
          <a:p>
            <a:pPr lvl="1">
              <a:buFont typeface="Wingdings" pitchFamily="2" charset="2"/>
              <a:buChar char=""/>
              <a:defRPr lang="tr-tr"/>
            </a:pPr>
          </a:p>
          <a:p>
            <a:pPr>
              <a:buFont typeface="Wingdings" pitchFamily="2" charset="2"/>
              <a:buChar char=""/>
              <a:defRPr lang="tr-tr"/>
            </a:pPr>
            <a:r>
              <a:t>Web Servis;</a:t>
            </a:r>
          </a:p>
          <a:p>
            <a:pPr lvl="1">
              <a:buFont typeface="Wingdings" pitchFamily="2" charset="2"/>
              <a:buChar char=""/>
              <a:defRPr lang="tr-tr"/>
            </a:pPr>
            <a:r>
              <a:t>Yayınlama yapılacak</a:t>
            </a:r>
          </a:p>
          <a:p>
            <a:pPr>
              <a:buFont typeface="Wingdings" pitchFamily="2" charset="2"/>
              <a:buChar char=""/>
              <a:defRPr lang="tr-tr"/>
            </a:pPr>
          </a:p>
          <a:p>
            <a:pPr>
              <a:buFont typeface="Wingdings" pitchFamily="2" charset="2"/>
              <a:buChar char=""/>
              <a:defRPr lang="tr-tr"/>
            </a:pPr>
            <a:r>
              <a:t>Mobil Uygulama;</a:t>
            </a:r>
          </a:p>
          <a:p>
            <a:pPr lvl="1">
              <a:buFont typeface="Wingdings" pitchFamily="2" charset="2"/>
              <a:buChar char=""/>
              <a:defRPr lang="tr-tr"/>
            </a:pPr>
            <a:r>
              <a:t>Arayüz geliştirilmeleri yapılacak</a:t>
            </a:r>
          </a:p>
          <a:p>
            <a:pPr lvl="1">
              <a:buFont typeface="Wingdings" pitchFamily="2" charset="2"/>
              <a:buChar char=""/>
              <a:defRPr lang="tr-tr"/>
            </a:pPr>
            <a:r>
              <a:t>Çevrimdışı harita kodlamaları yapılacak</a:t>
            </a:r>
          </a:p>
          <a:p>
            <a:pPr lvl="1">
              <a:buFont typeface="Wingdings" pitchFamily="2" charset="2"/>
              <a:buChar char=""/>
              <a:defRPr lang="tr-tr"/>
            </a:pPr>
            <a:r>
              <a:t>Google Play store üzerinden test kullanıcılarına sunulacak ve geri dönüşlere göre geliştirmeler yapılacak</a:t>
            </a:r>
          </a:p>
          <a:p>
            <a:pPr lvl="1">
              <a:buFont typeface="Wingdings" pitchFamily="2" charset="2"/>
              <a:buChar char=""/>
              <a:defRPr lang="tr-tr"/>
            </a:p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p="http://schemas.openxmlformats.org/presentationml/2006/main" xmlns:p14="http://schemas.microsoft.com/office/powerpoint/2010/main" xmlns:r="http://schemas.openxmlformats.org/officeDocument/2006/relationships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3 Slayt Numarası Yer Tutucusu"/>
          <p:cNvSpPr>
            <a:spLocks noGrp="1" noChangeArrowheads="1"/>
            <a:extLst>
              <a:ext uri="smNativeData">
                <pr:smNativeData xmlns:pr="smNativeData" val="SMDATA_13_uQLjXxMAAAAlAAAAZAAAAA0AAAAAkAAAAEgAAACQAAAASAAAAAAAAAAA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MAAAAEAAAAAAAAAAAAAAAAAAAAAAAAAAeAAAAaAAAAAAAAAAAAAAAAAAAAAAAAAAAAAAAECcAABAnAAAAAAAAAAAAAAAAAAAAAAAAAAAAAAAAAAAAAAAAAAAAABQAAAAAAAAAwMD/AAAAAABkAAAAMgAAAAAAAABkAAAAAAAAAH9/fwAKAAAAHwAAAFQAAAC74OMF////AQAAAAAAAAAAAAAAAAAAAAAAAAAAAAAAAAAAAAAAAAAAAAAAAn9/fwCAgIADzMzMAMDA/wB/f38AAAAAAAAAAAAAAAAAAAAAAAAAAAAhAAAAGAAAABQAAACANAAAUCgAAFA3AADIKAAAEAAAACYAAAAIAAAAfPD///////8="/>
              </a:ext>
            </a:extLst>
          </p:cNvSpPr>
          <p:nvPr>
            <p:ph type="sldNum" sz="quarter" idx="10"/>
          </p:nvPr>
        </p:nvSpPr>
        <p:spPr>
          <a:noFill/>
          <a:ln>
            <a:noFill/>
          </a:ln>
          <a:effectLst/>
        </p:spPr>
        <p:txBody>
          <a:bodyPr vert="horz" wrap="square" lIns="91440" tIns="45720" rIns="91440" bIns="45720" numCol="1" spcCol="215900" anchor="t">
            <a:prstTxWarp prst="textNoShape">
              <a:avLst/>
            </a:prstTxWarp>
          </a:bodyPr>
          <a:lstStyle/>
          <a:p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3200" b="0" i="0" u="none" strike="noStrike" kern="1" spc="0" baseline="0">
                <a:solidFill>
                  <a:schemeClr val="tx1"/>
                </a:solidFill>
                <a:effectLst/>
                <a:latin typeface="Arial" pitchFamily="1" charset="0"/>
                <a:ea typeface="Arial" pitchFamily="1" charset="0"/>
                <a:cs typeface="Arial" pitchFamily="1" charset="0"/>
              </a:defRPr>
            </a:pPr>
            <a:fld id="{C095632D-B49B-5419-D5B9-424CA1F72317}" type="slidenum">
              <a:rPr sz="1000">
                <a:solidFill>
                  <a:srgbClr val="FFFFE5"/>
                </a:solidFill>
              </a:rPr>
              <a:t>9</a:t>
            </a:fld>
            <a:endParaRPr sz="1000">
              <a:solidFill>
                <a:srgbClr val="FFFFE5"/>
              </a:solidFill>
            </a:endParaRPr>
          </a:p>
        </p:txBody>
      </p:sp>
      <p:sp>
        <p:nvSpPr>
          <p:cNvPr id="3" name="Rectangle 2"/>
          <p:cNvSpPr>
            <a:spLocks noGrp="1" noChangeArrowheads="1"/>
            <a:extLst>
              <a:ext uri="smNativeData">
                <pr:smNativeData xmlns:pr="smNativeData" val="SMDATA_13_uQLjXxMAAAAlAAAAZAAAAA0AAAAAkAAAAEgAAACQAAAASAAAAAAAAAAB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MAAAAEAAAAAAAAAAAAAAAAAAAAAAAAAAeAAAAaAAAAAAAAAAAAAAAAAAAAAAAAAAAAAAAECcAABAnAAAAAAAAAAAAAAAAAAAAAAAAAAAAAAAAAAAAAAAAAAAAABQAAAAAAAAAwMD/AAAAAABkAAAAMgAAAAAAAABkAAAAAAAAAH9/fwAKAAAAHwAAAFQAAAC74OMF////AQAAAAAAAAAAAAAAAAAAAAAAAAAAAAAAAAAAAAAAAAAAAAAAAn9/fwCAgIADzMzMAMDA/wB/f38AAAAAAAAAAAAAAAAAAAAAAAAAAAAhAAAAGAAAABQAAADwAAAAqAAAADgxAAA4BAAAEAAAACYAAAAIAAAAfPD///////8="/>
              </a:ext>
            </a:extLst>
          </p:cNvSpPr>
          <p:nvPr>
            <p:ph type="title"/>
          </p:nvPr>
        </p:nvSpPr>
        <p:spPr>
          <a:noFill/>
          <a:ln>
            <a:noFill/>
          </a:ln>
          <a:effectLst/>
        </p:spPr>
        <p:txBody>
          <a:bodyPr vert="horz" wrap="square" lIns="91440" tIns="45720" rIns="91440" bIns="45720" numCol="1" spcCol="215900" anchor="ctr">
            <a:prstTxWarp prst="textNoShape">
              <a:avLst/>
            </a:prstTxWarp>
          </a:bodyPr>
          <a:lstStyle/>
          <a:p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4400" b="0" i="0" u="none" strike="noStrike" kern="1" spc="0" baseline="0">
                <a:solidFill>
                  <a:schemeClr val="bg1"/>
                </a:solidFill>
                <a:effectLst>
                  <a:outerShdw dist="63500" dir="3600000" algn="tl" rotWithShape="0">
                    <a:srgbClr val="000000">
                      <a:alpha val="40000"/>
                    </a:srgbClr>
                  </a:outerShdw>
                </a:effectLst>
                <a:latin typeface="Arial" pitchFamily="1" charset="0"/>
                <a:ea typeface="Arial" pitchFamily="1" charset="0"/>
                <a:cs typeface="Arial" pitchFamily="1" charset="0"/>
              </a:defRPr>
            </a:pPr>
            <a:r>
              <a:rPr sz="4000"/>
              <a:t>Başarı Kriterleri</a:t>
            </a:r>
            <a:endParaRPr sz="4000"/>
          </a:p>
        </p:txBody>
      </p:sp>
      <p:sp>
        <p:nvSpPr>
          <p:cNvPr id="4" name="Rectangle 3"/>
          <p:cNvSpPr>
            <a:spLocks noGrp="1" noChangeArrowheads="1"/>
            <a:extLst>
              <a:ext uri="smNativeData">
                <pr:smNativeData xmlns:pr="smNativeData" val="SMDATA_13_uQLjXxMAAAAlAAAAZAAAAA0AAAAAkAAAAEgAAACQAAAASAAAAAAAAAAA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MAAAAEAAAAAAAAAAAAAAAAAAAAAAAAAAeAAAAaAAAAAAAAAAAAAAAAAAAAAAAAAAAAAAAECcAABAnAAAAAAAAAAAAAAAAAAAAAAAAAAAAAAAAAAAAAAAAAAAAABQAAAAAAAAAwMD/AAAAAABkAAAAMgAAAAAAAABkAAAAAAAAAH9/fwAKAAAAHwAAAFQAAAC74OMF////AQAAAAAAAAAAAAAAAAAAAAAAAAAAAAAAAAAAAAAAAAAAAAAAAn9/fwCAgIADzMzMAMDA/wB/f38AAAAAAAAAAAAAAAAAAAAAAAAAAAAhAAAAGAAAABQAAADwAAAAgAcAADgxAACgIwAAAAAAACYAAAAIAAAAffD///////8="/>
              </a:ext>
            </a:extLst>
          </p:cNvSpPr>
          <p:nvPr>
            <p:ph type="body" idx="1"/>
          </p:nvPr>
        </p:nvSpPr>
        <p:spPr>
          <a:xfrm>
            <a:off x="152400" y="1219200"/>
            <a:ext cx="7848600" cy="4572000"/>
          </a:xfrm>
          <a:noFill/>
          <a:ln>
            <a:noFill/>
          </a:ln>
          <a:effectLst/>
        </p:spPr>
        <p:txBody>
          <a:bodyPr vert="horz" wrap="square" lIns="91440" tIns="45720" rIns="91440" bIns="45720" numCol="1" spcCol="215900" anchor="t">
            <a:prstTxWarp prst="textNoShape">
              <a:avLst/>
            </a:prstTxWarp>
          </a:bodyPr>
          <a:lstStyle/>
          <a:p>
            <a:pPr marL="342900" marR="0" indent="-342900" algn="l" defTabSz="914400">
              <a:lnSpc>
                <a:spcPct val="100000"/>
              </a:lnSpc>
              <a:spcBef>
                <a:spcPts val="575"/>
              </a:spcBef>
              <a:spcAft>
                <a:spcPts val="0"/>
              </a:spcAft>
              <a:buClrTx/>
              <a:buSzTx/>
              <a:buFontTx/>
              <a:buChar char="•"/>
              <a:tabLst/>
              <a:defRPr sz="2600" b="0" i="0" u="none" strike="noStrike" kern="1" spc="0" baseline="0">
                <a:solidFill>
                  <a:schemeClr val="tx1"/>
                </a:solidFill>
                <a:effectLst/>
                <a:latin typeface="Arial" pitchFamily="1" charset="0"/>
                <a:ea typeface="Arial" pitchFamily="1" charset="0"/>
                <a:cs typeface="Arial" pitchFamily="1" charset="0"/>
              </a:defRPr>
            </a:pPr>
            <a:r>
              <a:t>Başarı kriterleri </a:t>
            </a:r>
          </a:p>
          <a:p>
            <a:pPr lvl="1" marL="742950" marR="0" indent="-285750" algn="l" defTabSz="91440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Tx/>
              <a:buSzTx/>
              <a:buFontTx/>
              <a:buChar char="–"/>
              <a:tabLst/>
              <a:defRPr sz="2200" b="0" i="0" u="none" strike="noStrike" kern="1" spc="0" baseline="0">
                <a:solidFill>
                  <a:schemeClr val="tx1"/>
                </a:solidFill>
                <a:effectLst/>
                <a:latin typeface="Arial" pitchFamily="1" charset="0"/>
                <a:ea typeface="Arial" pitchFamily="1" charset="0"/>
                <a:cs typeface="Arial" pitchFamily="1" charset="0"/>
              </a:defRPr>
            </a:pPr>
            <a:r>
              <a:t>Geliştirilen algoritma Brute Force yöntmelere göre </a:t>
            </a:r>
            <a:r>
              <a:rPr b="1" i="1" u="sng"/>
              <a:t>%30 daha az maliyet</a:t>
            </a:r>
            <a:r>
              <a:t> ile rota hesaplamayı amaçlamaktadır.</a:t>
            </a:r>
          </a:p>
          <a:p>
            <a:pPr lvl="1" marL="742950" marR="0" indent="-285750" algn="l" defTabSz="91440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Tx/>
              <a:buSzTx/>
              <a:buFontTx/>
              <a:buChar char="–"/>
              <a:tabLst/>
              <a:defRPr sz="2200" b="0" i="0" u="none" strike="noStrike" kern="1" spc="0" baseline="0">
                <a:solidFill>
                  <a:schemeClr val="tx1"/>
                </a:solidFill>
                <a:effectLst/>
                <a:latin typeface="Arial" pitchFamily="1" charset="0"/>
                <a:ea typeface="Arial" pitchFamily="1" charset="0"/>
                <a:cs typeface="Arial" pitchFamily="1" charset="0"/>
              </a:defRPr>
            </a:pPr>
            <a:r>
              <a:t>Geliştirlen algoritma ile oluşturulan güzergah ile kullanıcının belirleyebileceği </a:t>
            </a:r>
            <a:r>
              <a:rPr b="1" i="1" u="sng"/>
              <a:t>en az 3 kısıtlama </a:t>
            </a:r>
            <a:r>
              <a:t>ve  </a:t>
            </a:r>
            <a:r>
              <a:rPr b="1" i="1" u="sng"/>
              <a:t>kısıtlamalara %80 oranında uygunluk </a:t>
            </a:r>
            <a:r>
              <a:t>sağlamayı amaçlamaktadır.</a:t>
            </a:r>
          </a:p>
          <a:p>
            <a:pPr lvl="1" marL="742950" marR="0" indent="-285750" algn="l" defTabSz="91440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Tx/>
              <a:buSzTx/>
              <a:buFontTx/>
              <a:buChar char="–"/>
              <a:tabLst/>
              <a:defRPr sz="2200" b="0" i="0" u="none" strike="noStrike" kern="1" spc="0" baseline="0">
                <a:solidFill>
                  <a:schemeClr val="tx1"/>
                </a:solidFill>
                <a:effectLst/>
                <a:latin typeface="Arial" pitchFamily="1" charset="0"/>
                <a:ea typeface="Arial" pitchFamily="1" charset="0"/>
                <a:cs typeface="Arial" pitchFamily="1" charset="0"/>
              </a:defRPr>
            </a:pPr>
            <a:r>
              <a:rPr b="1" i="1" u="sng"/>
              <a:t>En fazla 16 nokta</a:t>
            </a:r>
            <a:r>
              <a:t> için rota hesaplayabilmeyi amaçlamaktadır.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Presentation">
  <a:themeElements>
    <a:clrScheme name="Presentatio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Presentation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tx1"/>
        </a:solidFill>
        <a:ln>
          <a:noFill/>
        </a:ln>
      </a:spPr>
      <a:bodyPr>
        <a:prstTxWarp prst="textNoShape">
          <a:avLst/>
        </a:prstTxWarp>
        <a:noAutofit/>
      </a:bodyPr>
      <a:lstStyle>
        <a:defPPr>
          <a:defRPr/>
        </a:defPPr>
      </a:lstStyle>
      <a:style>
        <a:lnRef idx="0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>
    <a:extraClrScheme>
      <a:clrScheme name="Presentatio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sentatio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sentatio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sentatio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sentatio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sentation 6">
        <a:dk1>
          <a:srgbClr val="FFFFFF"/>
        </a:dk1>
        <a:lt1>
          <a:srgbClr val="008080"/>
        </a:lt1>
        <a:dk2>
          <a:srgbClr val="FFFF99"/>
        </a:dk2>
        <a:lt2>
          <a:srgbClr val="005A58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sentation 7">
        <a:dk1>
          <a:srgbClr val="FFFFFF"/>
        </a:dk1>
        <a:lt1>
          <a:srgbClr val="800000"/>
        </a:lt1>
        <a:dk2>
          <a:srgbClr val="DFD293"/>
        </a:dk2>
        <a:lt2>
          <a:srgbClr val="5C1F00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sentation 8">
        <a:dk1>
          <a:srgbClr val="FFFFFF"/>
        </a:dk1>
        <a:lt1>
          <a:srgbClr val="000099"/>
        </a:lt1>
        <a:dk2>
          <a:srgbClr val="CCFFFF"/>
        </a:dk2>
        <a:lt2>
          <a:srgbClr val="003366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sentation 9">
        <a:dk1>
          <a:srgbClr val="FFFFFF"/>
        </a:dk1>
        <a:lt1>
          <a:srgbClr val="000000"/>
        </a:lt1>
        <a:dk2>
          <a:srgbClr val="E3EBF1"/>
        </a:dk2>
        <a:lt2>
          <a:srgbClr val="336699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sentation 10">
        <a:dk1>
          <a:srgbClr val="FFFFFF"/>
        </a:dk1>
        <a:lt1>
          <a:srgbClr val="686B5D"/>
        </a:lt1>
        <a:dk2>
          <a:srgbClr val="D1D1CB"/>
        </a:dk2>
        <a:lt2>
          <a:srgbClr val="777777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sentation 11">
        <a:dk1>
          <a:srgbClr val="FFFFFF"/>
        </a:dk1>
        <a:lt1>
          <a:srgbClr val="666699"/>
        </a:lt1>
        <a:dk2>
          <a:srgbClr val="FFFFFF"/>
        </a:dk2>
        <a:lt2>
          <a:srgbClr val="3E3E5C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sentation 12">
        <a:dk1>
          <a:srgbClr val="FFFFFF"/>
        </a:dk1>
        <a:lt1>
          <a:srgbClr val="523E26"/>
        </a:lt1>
        <a:dk2>
          <a:srgbClr val="DFC08D"/>
        </a:dk2>
        <a:lt2>
          <a:srgbClr val="2D2015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sentation 1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sentation 14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sentation 1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sentation 1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sentation 1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Presentation">
  <a:themeElements>
    <a:clrScheme name="Presentatio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Presentation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tx1"/>
        </a:solidFill>
        <a:ln>
          <a:noFill/>
        </a:ln>
      </a:spPr>
      <a:bodyPr>
        <a:prstTxWarp prst="textNoShape">
          <a:avLst/>
        </a:prstTxWarp>
        <a:noAutofit/>
      </a:bodyPr>
      <a:lstStyle>
        <a:defPPr>
          <a:defRPr/>
        </a:defPPr>
      </a:lstStyle>
      <a:style>
        <a:lnRef idx="0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>
    <a:extraClrScheme>
      <a:clrScheme name="Presentatio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sentatio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sentatio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sentation 4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sentatio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Presentation">
  <a:themeElements>
    <a:clrScheme name="Presentatio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Presentation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tx1"/>
        </a:solidFill>
        <a:ln>
          <a:noFill/>
        </a:ln>
      </a:spPr>
      <a:bodyPr>
        <a:prstTxWarp prst="textNoShape">
          <a:avLst/>
        </a:prstTxWarp>
        <a:noAutofit/>
      </a:bodyPr>
      <a:lstStyle>
        <a:defPPr>
          <a:defRPr/>
        </a:defPPr>
      </a:lstStyle>
      <a:style>
        <a:lnRef idx="0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>
    <a:extraClrScheme>
      <a:clrScheme name="Presentatio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sentatio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sentatio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sentation 4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sentatio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Presentation">
  <a:themeElements>
    <a:clrScheme name="Presentatio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Presentation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tx1"/>
        </a:solidFill>
        <a:ln>
          <a:noFill/>
        </a:ln>
      </a:spPr>
      <a:bodyPr>
        <a:prstTxWarp prst="textNoShape">
          <a:avLst/>
        </a:prstTxWarp>
        <a:noAutofit/>
      </a:bodyPr>
      <a:lstStyle>
        <a:defPPr>
          <a:defRPr/>
        </a:defPPr>
      </a:lstStyle>
      <a:style>
        <a:lnRef idx="0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>
    <a:extraClrScheme>
      <a:clrScheme name="Presentatio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sentatio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sentatio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sentatio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sentatio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sentation 6">
        <a:dk1>
          <a:srgbClr val="FFFFFF"/>
        </a:dk1>
        <a:lt1>
          <a:srgbClr val="008080"/>
        </a:lt1>
        <a:dk2>
          <a:srgbClr val="FFFF99"/>
        </a:dk2>
        <a:lt2>
          <a:srgbClr val="005A58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sentation 7">
        <a:dk1>
          <a:srgbClr val="FFFFFF"/>
        </a:dk1>
        <a:lt1>
          <a:srgbClr val="800000"/>
        </a:lt1>
        <a:dk2>
          <a:srgbClr val="DFD293"/>
        </a:dk2>
        <a:lt2>
          <a:srgbClr val="5C1F00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sentation 8">
        <a:dk1>
          <a:srgbClr val="FFFFFF"/>
        </a:dk1>
        <a:lt1>
          <a:srgbClr val="000099"/>
        </a:lt1>
        <a:dk2>
          <a:srgbClr val="CCFFFF"/>
        </a:dk2>
        <a:lt2>
          <a:srgbClr val="003366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sentation 9">
        <a:dk1>
          <a:srgbClr val="FFFFFF"/>
        </a:dk1>
        <a:lt1>
          <a:srgbClr val="000000"/>
        </a:lt1>
        <a:dk2>
          <a:srgbClr val="E3EBF1"/>
        </a:dk2>
        <a:lt2>
          <a:srgbClr val="336699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sentation 10">
        <a:dk1>
          <a:srgbClr val="FFFFFF"/>
        </a:dk1>
        <a:lt1>
          <a:srgbClr val="686B5D"/>
        </a:lt1>
        <a:dk2>
          <a:srgbClr val="D1D1CB"/>
        </a:dk2>
        <a:lt2>
          <a:srgbClr val="777777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sentation 11">
        <a:dk1>
          <a:srgbClr val="FFFFFF"/>
        </a:dk1>
        <a:lt1>
          <a:srgbClr val="666699"/>
        </a:lt1>
        <a:dk2>
          <a:srgbClr val="FFFFFF"/>
        </a:dk2>
        <a:lt2>
          <a:srgbClr val="3E3E5C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sentation 12">
        <a:dk1>
          <a:srgbClr val="FFFFFF"/>
        </a:dk1>
        <a:lt1>
          <a:srgbClr val="523E26"/>
        </a:lt1>
        <a:dk2>
          <a:srgbClr val="DFC08D"/>
        </a:dk2>
        <a:lt2>
          <a:srgbClr val="2D2015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sentation 1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sentation 14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sunum formati</dc:title>
  <dc:subject/>
  <dc:creator>inanc tahrali</dc:creator>
  <cp:keywords/>
  <dc:description/>
  <cp:lastModifiedBy>ahmetcetinkaya</cp:lastModifiedBy>
  <cp:revision>0</cp:revision>
  <dcterms:created xsi:type="dcterms:W3CDTF">2007-08-26T15:02:13Z</dcterms:created>
  <dcterms:modified xsi:type="dcterms:W3CDTF">2020-12-23T09:41:29Z</dcterms:modified>
</cp:coreProperties>
</file>