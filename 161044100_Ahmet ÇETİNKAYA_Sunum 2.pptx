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SpecialPlsOnTitleSld="0">
  <p:sldMasterIdLst>
    <p:sldMasterId id="2147483663" r:id="rId5"/>
  </p:sldMasterIdLst>
  <p:notesMasterIdLst>
    <p:notesMasterId r:id="rId6"/>
  </p:notesMasterIdLst>
  <p:handoutMasterIdLst>
    <p:handoutMasterId r:id="rId7"/>
  </p:handoutMasterIdLst>
  <p:sldIdLst>
    <p:sldId id="256" r:id="rId8"/>
    <p:sldId id="265" r:id="rId9"/>
    <p:sldId id="267" r:id="rId10"/>
    <p:sldId id="281" r:id="rId11"/>
    <p:sldId id="278" r:id="rId12"/>
    <p:sldId id="280" r:id="rId13"/>
    <p:sldId id="282" r:id="rId14"/>
    <p:sldId id="275" r:id="rId15"/>
  </p:sldIdLst>
  <p:sldSz cx="9144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9pPr>
  </p:defaultTextStyle>
</p:presentation>
</file>

<file path=ppt/presProps.xml><?xml version="1.0" encoding="utf-8"?>
<p:presentationP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dt="1608398796" val="980" rev64="64" revOS="1"/>
      <pr:smFileRevision xmlns:pr="smNativeData" dt="1608398796" val="0"/>
      <pr:guideOptions xmlns:pr="smNativeData" dt="1608398796" snapToGrid="1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slideViewPr>
    <p:cSldViewPr>
      <p:cViewPr varScale="1">
        <p:scale>
          <a:sx n="85" d="100"/>
          <a:sy n="85" d="100"/>
        </p:scale>
        <p:origin x="284" y="354"/>
      </p:cViewPr>
      <p:guideLst x="0" y="0"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8" d="100"/>
        <a:sy n="18" d="100"/>
      </p:scale>
      <p:origin x="0" y="0"/>
    </p:cViewPr>
  </p:sorterViewPr>
  <p:notesViewPr>
    <p:cSldViewPr>
      <p:cViewPr>
        <p:scale>
          <a:sx n="85" d="100"/>
          <a:sy n="85" d="100"/>
        </p:scale>
        <p:origin x="284" y="354"/>
      </p:cViewPr>
      <p:guideLst x="0" y="0">
        <p:guide orient="horz" pos="2880"/>
        <p:guide pos="2160"/>
      </p:guideLst>
    </p:cSldViewPr>
  </p:notesViewPr>
  <p:gridSpacing cx="71755" cy="71755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handoutMasters/_rels/handout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AAAAAAAAAAEgSAADQAgAAEAAAACYAAAAIAAAAv58AAP//wQE=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tr-tr" sz="1200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</a:p>
        </p:txBody>
      </p:sp>
      <p:sp>
        <p:nvSpPr>
          <p:cNvPr id="3" name="Rectangle 3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AAAAAC4qAADQAgAAEAAAACYAAAAIAAAAv58AAP//wQE="/>
              </a:ext>
            </a:extLst>
          </p:cNvSpPr>
          <p:nvPr>
            <p:ph type="dt" sz="quarter" idx="1"/>
          </p:nvPr>
        </p:nvSpPr>
        <p:spPr>
          <a:xfrm>
            <a:off x="388493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tr-tr" sz="1200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</a:p>
        </p:txBody>
      </p:sp>
      <p:sp>
        <p:nvSpPr>
          <p:cNvPr id="4" name="Rectangle 4"/>
          <p:cNvSpPr>
            <a:spLocks noGrp="1" noChangeArrowheads="1"/>
            <a:extLst>
              <a:ext uri="smNativeData">
                <pr:smNativeData xmlns:pr="smNativeData" val="SMDATA_13_zDfe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AAAAAbjUAAEgSAAA+OAAAEAAAACYAAAAIAAAAv58AAP//wQE="/>
              </a:ext>
            </a:extLst>
          </p:cNvSpPr>
          <p:nvPr>
            <p:ph type="ftr" sz="quarter" idx="2"/>
          </p:nvPr>
        </p:nvSpPr>
        <p:spPr>
          <a:xfrm>
            <a:off x="0" y="868553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tr-tr" sz="1200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</a:p>
        </p:txBody>
      </p:sp>
      <p:sp>
        <p:nvSpPr>
          <p:cNvPr id="5" name="Rectangle 5"/>
          <p:cNvSpPr>
            <a:spLocks noGrp="1" noChangeArrowheads="1"/>
            <a:extLst>
              <a:ext uri="smNativeData">
                <pr:smNativeData xmlns:pr="smNativeData" val="SMDATA_13_zDfe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A+OAAAEAAAACYAAAAIAAAAv58AAP//wQE="/>
              </a:ext>
            </a:extLst>
          </p:cNvSpPr>
          <p:nvPr>
            <p:ph type="sldNum" sz="quarter" idx="3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tr-tr" sz="1200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fld id="{C095632D-00A8-A6A4-E64B-F6F11C0510A3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AAAAAAAAAAEgSAADQAgAAEAAAACYAAAAIAAAAv58AAP//wQE=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tr-tr" sz="1200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</a:p>
        </p:txBody>
      </p:sp>
      <p:sp>
        <p:nvSpPr>
          <p:cNvPr id="3" name="Rectangle 3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AAAAAC4qAADQAgAAEAAAACYAAAAIAAAAv58AAP//wQE="/>
              </a:ext>
            </a:extLst>
          </p:cNvSpPr>
          <p:nvPr>
            <p:ph type="dt" idx="1"/>
          </p:nvPr>
        </p:nvSpPr>
        <p:spPr>
          <a:xfrm>
            <a:off x="388493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tr-tr" sz="1200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</a:p>
        </p:txBody>
      </p:sp>
      <p:sp>
        <p:nvSpPr>
          <p:cNvPr id="4" name="Rectangle 4"/>
          <p:cNvSpPr>
            <a:spLocks noGrp="1" noChangeArrowheads="1"/>
            <a:extLst>
              <a:ext uri="smNativeData">
                <pr:smNativeData xmlns:pr="smNativeData" val="SMDATA_13_zDfeXxMAAAAlAAAAZA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IBwAAOAQAACgjAABQGQAAEAAAACYAAAAIAAAAAQ8AAP//wQE=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Rectangle 5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uBoAAPglAAAINAAAEAAAACYAAAAIAAAAvx8AAP//wQE="/>
              </a:ext>
            </a:extLst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noProof="1"/>
            </a:pPr>
            <a:r>
              <a:t>Click to edit Master text styles</a:t>
            </a:r>
          </a:p>
          <a:p>
            <a:pPr lvl="1">
              <a:defRPr noProof="1"/>
            </a:pPr>
            <a:r>
              <a:t>Second level</a:t>
            </a:r>
          </a:p>
          <a:p>
            <a:pPr lvl="2">
              <a:defRPr noProof="1"/>
            </a:pPr>
            <a:r>
              <a:t>Third level</a:t>
            </a:r>
          </a:p>
          <a:p>
            <a:pPr lvl="3">
              <a:defRPr noProof="1"/>
            </a:pPr>
            <a:r>
              <a:t>Fourth level</a:t>
            </a:r>
          </a:p>
          <a:p>
            <a:pPr lvl="4">
              <a:defRPr noProof="1"/>
            </a:pPr>
            <a:r>
              <a:t>Fifth level</a:t>
            </a:r>
          </a:p>
        </p:txBody>
      </p:sp>
      <p:sp>
        <p:nvSpPr>
          <p:cNvPr id="6" name="Rectangle 6"/>
          <p:cNvSpPr>
            <a:spLocks noGrp="1" noChangeArrowheads="1"/>
            <a:extLst>
              <a:ext uri="smNativeData">
                <pr:smNativeData xmlns:pr="smNativeData" val="SMDATA_13_zDfe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AAAAAbjUAAEgSAAA+OAAAEAAAACYAAAAIAAAAv58AAP//wQE="/>
              </a:ext>
            </a:extLst>
          </p:cNvSpPr>
          <p:nvPr>
            <p:ph type="ftr" sz="quarter" idx="4"/>
          </p:nvPr>
        </p:nvSpPr>
        <p:spPr>
          <a:xfrm>
            <a:off x="0" y="868553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tr-tr" sz="1200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</a:p>
        </p:txBody>
      </p:sp>
      <p:sp>
        <p:nvSpPr>
          <p:cNvPr id="7" name="Rectangle 7"/>
          <p:cNvSpPr>
            <a:spLocks noGrp="1" noChangeArrowheads="1"/>
            <a:extLst>
              <a:ext uri="smNativeData">
                <pr:smNativeData xmlns:pr="smNativeData" val="SMDATA_13_zDfe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A+OAAAEAAAACYAAAAIAAAAv58AAP//wQE=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tr-tr" sz="1200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fld id="{C095632D-C3C2-A260-8C4F-3535D8017A60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marR="0" indent="0" algn="l" defTabSz="914400">
      <a:lnSpc>
        <a:spcPct val="100000"/>
      </a:lnSpc>
      <a:spcBef>
        <a:spcPts val="430"/>
      </a:spcBef>
      <a:spcAft>
        <a:spcPts val="0"/>
      </a:spcAft>
      <a:buNone/>
      <a:tabLst/>
      <a:defRPr sz="1200" b="0" i="0" u="none" strike="noStrike" kern="1" spc="0" baseline="0" noProof="1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1pPr>
    <a:lvl2pPr marL="457200" marR="0" indent="0" algn="l" defTabSz="914400">
      <a:lnSpc>
        <a:spcPct val="100000"/>
      </a:lnSpc>
      <a:spcBef>
        <a:spcPts val="430"/>
      </a:spcBef>
      <a:spcAft>
        <a:spcPts val="0"/>
      </a:spcAft>
      <a:buNone/>
      <a:tabLst/>
      <a:defRPr sz="1200" b="0" i="0" u="none" strike="noStrike" kern="1" spc="0" baseline="0" noProof="1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2pPr>
    <a:lvl3pPr marL="914400" marR="0" indent="0" algn="l" defTabSz="914400">
      <a:lnSpc>
        <a:spcPct val="100000"/>
      </a:lnSpc>
      <a:spcBef>
        <a:spcPts val="430"/>
      </a:spcBef>
      <a:spcAft>
        <a:spcPts val="0"/>
      </a:spcAft>
      <a:buNone/>
      <a:tabLst/>
      <a:defRPr sz="1200" b="0" i="0" u="none" strike="noStrike" kern="1" spc="0" baseline="0" noProof="1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3pPr>
    <a:lvl4pPr marL="1371600" marR="0" indent="0" algn="l" defTabSz="914400">
      <a:lnSpc>
        <a:spcPct val="100000"/>
      </a:lnSpc>
      <a:spcBef>
        <a:spcPts val="430"/>
      </a:spcBef>
      <a:spcAft>
        <a:spcPts val="0"/>
      </a:spcAft>
      <a:buNone/>
      <a:tabLst/>
      <a:defRPr sz="1200" b="0" i="0" u="none" strike="noStrike" kern="1" spc="0" baseline="0" noProof="1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4pPr>
    <a:lvl5pPr marL="1828800" marR="0" indent="0" algn="l" defTabSz="914400">
      <a:lnSpc>
        <a:spcPct val="100000"/>
      </a:lnSpc>
      <a:spcBef>
        <a:spcPts val="430"/>
      </a:spcBef>
      <a:spcAft>
        <a:spcPts val="0"/>
      </a:spcAft>
      <a:buNone/>
      <a:tabLst/>
      <a:defRPr sz="1200" b="0" i="0" u="none" strike="noStrike" kern="1" spc="0" baseline="0" noProof="1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  <a:extLst>
              <a:ext uri="smNativeData">
                <pr:smNativeData xmlns:pr="smNativeData" val="SMDATA_13_zDfe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A+OAAAEAAAACYAAAAIAAAAAYAAAP8fAAA=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defRPr lang="tr-tr"/>
            </a:pPr>
            <a:fld id="{C095632D-9DCB-6F15-8582-6B40ADCC733E}" type="slidenum">
              <a:t>1</a:t>
            </a:fld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zDfeXxMAAAAlAAAAZA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IBwAAOAQAACgjAABQGQAAEAAAACYAAAAIAAAAAQAAAIAfAAA="/>
              </a:ext>
            </a:extLst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" name="Rectangle 3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uBoAAPglAAAINAAAEAAAACYAAAAIAAAAAQAAAP8fAAA=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>
            <a:noFill/>
          </a:ln>
        </p:spPr>
        <p:txBody>
          <a:bodyPr/>
          <a:lstStyle/>
          <a:p>
            <a:pPr>
              <a:defRPr noProof="1"/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  <a:extLst>
              <a:ext uri="smNativeData">
                <pr:smNativeData xmlns:pr="smNativeData" val="SMDATA_13_zDfe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A+OAAAEAAAACYAAAAIAAAAAYAAAP8fAAA=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defRPr lang="tr-tr"/>
            </a:pPr>
            <a:fld id="{C095632D-11B1-C18C-FF2C-E7D9346209B2}" type="slidenum">
              <a:t>2</a:t>
            </a:fld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zDfeXxMAAAAlAAAAZA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IBwAAOAQAACgjAABQGQAAEAAAACYAAAAIAAAAAQAAAIAfAAA="/>
              </a:ext>
            </a:extLst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" name="Rectangle 3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uBoAAPglAAAINAAAEAAAACYAAAAIAAAAAQAAAP8fAAA=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>
            <a:noFill/>
          </a:ln>
        </p:spPr>
        <p:txBody>
          <a:bodyPr/>
          <a:lstStyle/>
          <a:p>
            <a:pPr>
              <a:defRPr lang="tr-tr"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9"/>
          <p:cNvSpPr>
            <a:extLst>
              <a:ext uri="smNativeData">
                <pr:smNativeData xmlns:pr="smNativeData" val="SMDATA_13_zDfeXxMAAAAlAAAAZAAAAE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QJAAAOwEAAHA1AAC8AgAAECAAACYAAAAIAAAA//////////8="/>
              </a:ext>
            </a:extLst>
          </p:cNvSpPr>
          <p:nvPr/>
        </p:nvSpPr>
        <p:spPr>
          <a:xfrm>
            <a:off x="5943600" y="200025"/>
            <a:ext cx="27432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algn="ctr">
              <a:spcBef>
                <a:spcPts val="600"/>
              </a:spcBef>
              <a:defRPr lang="tr-tr"/>
            </a:pPr>
            <a:r>
              <a:rPr lang="tr-tr" sz="1000" b="1">
                <a:solidFill>
                  <a:srgbClr val="FFFFCC"/>
                </a:solidFill>
                <a:latin typeface="Tahoma" pitchFamily="1" charset="0"/>
                <a:ea typeface="Arial" pitchFamily="1" charset="0"/>
                <a:cs typeface="Arial" pitchFamily="1" charset="0"/>
              </a:rPr>
              <a:t>Bilgisayar Mühendisliği Bölümü</a:t>
            </a:r>
            <a:endParaRPr lang="tr-tr" sz="1000" b="1">
              <a:solidFill>
                <a:srgbClr val="FFFFCC"/>
              </a:solidFill>
              <a:latin typeface="Tahoma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3" name="Rectangle 4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wCAAA6BcAANAvAACwIgAAEAAAACYAAAAIAAAAAYAAAAAAAAA="/>
              </a:ext>
            </a:extLst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lang="tr-tr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t>Click to edit Master subtitle style</a:t>
            </a:r>
          </a:p>
        </p:txBody>
      </p:sp>
      <p:sp>
        <p:nvSpPr>
          <p:cNvPr id="4" name="Rectangle 8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QBgAAqAwAACgyAACzFQAAEAAAACYAAAAIAAAAAYAAAAAAAAA="/>
              </a:ext>
            </a:extLst>
          </p:cNvSpPr>
          <p:nvPr>
            <p:ph type="ctrTitle"/>
          </p:nvPr>
        </p:nvSpPr>
        <p:spPr>
          <a:xfrm>
            <a:off x="1066800" y="2057400"/>
            <a:ext cx="7086600" cy="1470025"/>
          </a:xfrm>
        </p:spPr>
        <p:txBody>
          <a:bodyPr/>
          <a:lstStyle>
            <a:lvl1pPr algn="ctr">
              <a:defRPr lang="tr-tr">
                <a:solidFill>
                  <a:schemeClr val="tx1"/>
                </a:solidFill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t>Click to edit Master title style</a:t>
            </a:r>
          </a:p>
        </p:txBody>
      </p:sp>
      <p:sp>
        <p:nvSpPr>
          <p:cNvPr id="5" name="Rectangle 53"/>
          <p:cNvSpPr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EAAAADAAAAcr7FAEWXoAAAAAAAAAAAAAAAAAAAAAAAAAAAAAAAAAAAAAAAeAAAAAEAAABAAAAAZAAAAAAAAABoAQAAAAAAAAAAAAAAAAAAAAAAAAAAAAAAAAAAAAAAAAAAAAAAAAAAAAAAAAAAAAAAAAAAAAAAAAAAAAAAAAAAAAAAAAAAAAAAAAAAFAAAADwAAAABAAAAAAAAAAAAAAk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EAAAAAAAAAAAAAAAAAAAAAAAAAECcAABAnAAAAAAAAAAAAAAAAAAAAAAAAAAAAAAAAAAAAAAAAAAAAABQAAAAAAAAAwMD/AAAAAABkAAAAMgAAAAAAAABkAAAAAAAAAH9/fwAKAAAAHwAAAFQAAAByvsUARZegAAAAAAAAAAAAAAAAAAAAAAAAAAAAAAAAAAAAAAAAAAAAAAAAAn9/fwCAgIADzMzMAMDA/wB/f38AAAAAAAAAAAAAAAAAAAAAAAAAAAAhAAAAGAAAABQAAAAAAAAAEQAAAEA4AADBBAAAECAAACYAAAAIAAAA//////////8="/>
              </a:ext>
            </a:extLst>
          </p:cNvSpPr>
          <p:nvPr/>
        </p:nvSpPr>
        <p:spPr>
          <a:xfrm>
            <a:off x="0" y="10795"/>
            <a:ext cx="9144000" cy="762000"/>
          </a:xfrm>
          <a:prstGeom prst="rect">
            <a:avLst/>
          </a:prstGeom>
          <a:gradFill flip="none" rotWithShape="1">
            <a:gsLst>
              <a:gs pos="0">
                <a:srgbClr val="72BEC5"/>
              </a:gs>
              <a:gs pos="100000">
                <a:srgbClr val="4597A0"/>
              </a:gs>
            </a:gsLst>
            <a:lin ang="0" scaled="0"/>
            <a:tileRect/>
          </a:gradFill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>
            <a:lvl1pPr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defRPr lang="tr-tr"/>
            </a:pPr>
          </a:p>
        </p:txBody>
      </p:sp>
      <p:sp>
        <p:nvSpPr>
          <p:cNvPr id="6" name="Rectangle 59"/>
          <p:cNvSpPr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EAAAAAAAAAPY2UAP///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9jZQA////AQAAAAAAAAAAAAAAAAAAAAAAAAAAAAAAAAAAAAAAAAAAAAAAAn9/fwCAgIADzMzMAMDA/wB/f38AAAAAAAAAAAAAAAAAAAAAAAAAAAAhAAAAGAAAABQAAAAAAAAA2CcAAEA4AAAwKgAAECAAACYAAAAIAAAA//////////8="/>
              </a:ext>
            </a:extLst>
          </p:cNvSpPr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3D8D94"/>
          </a:solidFill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>
            <a:lvl1pPr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defRPr lang="tr-tr"/>
            </a:pPr>
          </a:p>
        </p:txBody>
      </p:sp>
      <p:pic>
        <p:nvPicPr>
          <p:cNvPr id="7" name="Picture 15" descr="C:\Users\rehin99\Desktop\bilg-logo.png"/>
          <p:cNvPicPr>
            <a:picLocks noChangeAspect="1"/>
            <a:extLst>
              <a:ext uri="smNativeData">
                <pr:smNativeData xmlns:pr="smNativeData" val="SMDATA_15_zDfeXxMAAAAlAAAAEQ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K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8AAAACgjAAD4BwAAMCoAABAAAAAmAAAACAAAAP//////////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5715000"/>
            <a:ext cx="1143000" cy="1143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16" descr="C:\Users\rehin99\Desktop\gtu-logo.png"/>
          <p:cNvPicPr>
            <a:picLocks noChangeAspect="1"/>
            <a:extLst>
              <a:ext uri="smNativeData">
                <pr:smNativeData xmlns:pr="smNativeData" val="SMDATA_15_zDfeXxMAAAAlAAAAEQ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KBQAABsBAABNJQAA1wsAABAAAAAmAAAACAAAAP//////////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79705"/>
            <a:ext cx="2787015" cy="17449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IAAAAAAAAA="/>
              </a:ext>
            </a:extLst>
          </p:cNvSpPr>
          <p:nvPr>
            <p:ph type="title"/>
          </p:nvPr>
        </p:nvSpPr>
        <p:spPr/>
        <p:txBody>
          <a:bodyPr/>
          <a:lstStyle>
            <a:lvl1pPr>
              <a:defRPr lang="tr-tr" b="0"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oAUAAGguAADoJgAAEAAAACYAAAAIAAAAAYAAAAAAAAA="/>
              </a:ext>
            </a:extLst>
          </p:cNvSpPr>
          <p:nvPr>
            <p:ph idx="1"/>
          </p:nvPr>
        </p:nvSpPr>
        <p:spPr>
          <a:xfrm>
            <a:off x="152400" y="914400"/>
            <a:ext cx="7391400" cy="5410200"/>
          </a:xfrm>
        </p:spPr>
        <p:txBody>
          <a:bodyPr/>
          <a:lstStyle>
            <a:lvl1pPr>
              <a:defRPr lang="tr-tr" sz="2600"/>
            </a:lvl1pPr>
            <a:lvl2pPr>
              <a:defRPr lang="tr-tr" sz="2200"/>
            </a:lvl2pPr>
            <a:lvl3pPr>
              <a:defRPr lang="tr-tr" sz="2000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78CF-6BAA-8186-8EFF12C877DB}" type="slidenum"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yBAAAHBsAAEI0AAB9IwAAEAAAACYAAAAIAAAAgYAAAAAAAAA="/>
              </a:ext>
            </a:extLst>
          </p:cNvSpPr>
          <p:nvPr>
            <p:ph type="title"/>
          </p:nvPr>
        </p:nvSpPr>
        <p:spPr>
          <a:xfrm>
            <a:off x="722630" y="4406900"/>
            <a:ext cx="7772400" cy="13620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tr-tr" sz="4000" b="1" cap="all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 cap="all"/>
            </a:pPr>
            <a:r>
              <a:t>As</a:t>
            </a:r>
            <a:r>
              <a:rPr lang="en-us" cap="all"/>
              <a:t>I</a:t>
            </a:r>
            <a:r>
              <a:t>l başl</a:t>
            </a:r>
            <a:r>
              <a:rPr lang="en-us" cap="all"/>
              <a:t>I</a:t>
            </a:r>
            <a:r>
              <a:t>k st</a:t>
            </a:r>
            <a:r>
              <a:rPr lang="en-us" cap="all"/>
              <a:t>İ</a:t>
            </a:r>
            <a:r>
              <a:t>l</a:t>
            </a:r>
            <a:r>
              <a:rPr lang="en-us" cap="all"/>
              <a:t>İ</a:t>
            </a:r>
            <a:r>
              <a:t> </a:t>
            </a:r>
            <a:r>
              <a:rPr lang="en-us" cap="all"/>
              <a:t>İ</a:t>
            </a:r>
            <a:r>
              <a:t>ç</a:t>
            </a:r>
            <a:r>
              <a:rPr lang="en-us" cap="all"/>
              <a:t>İ</a:t>
            </a:r>
            <a:r>
              <a:t>n t</a:t>
            </a:r>
            <a:r>
              <a:rPr lang="en-us" cap="all"/>
              <a:t>I</a:t>
            </a:r>
            <a:r>
              <a:t>klat</a:t>
            </a:r>
            <a:r>
              <a:rPr lang="en-us" cap="all"/>
              <a:t>I</a:t>
            </a:r>
            <a:r>
              <a:t>n</a:t>
            </a:r>
          </a:p>
        </p:txBody>
      </p:sp>
      <p:sp>
        <p:nvSpPr>
          <p:cNvPr id="3" name="2 Metin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yBAAA4hEAAEI0AAAcGwAAEAAAACYAAAAIAAAAgYAAAAAAAAA="/>
              </a:ext>
            </a:extLst>
          </p:cNvSpPr>
          <p:nvPr>
            <p:ph idx="1"/>
          </p:nvPr>
        </p:nvSpPr>
        <p:spPr>
          <a:xfrm>
            <a:off x="722630" y="2907030"/>
            <a:ext cx="7772400" cy="149987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tr-tr" sz="2000"/>
            </a:lvl1pPr>
            <a:lvl2pPr marL="457200" indent="0">
              <a:buNone/>
              <a:defRPr lang="tr-tr" sz="1800"/>
            </a:lvl2pPr>
            <a:lvl3pPr marL="914400" indent="0">
              <a:buNone/>
              <a:defRPr lang="tr-tr" sz="1600"/>
            </a:lvl3pPr>
            <a:lvl4pPr marL="1371600" indent="0">
              <a:buNone/>
              <a:defRPr lang="tr-tr" sz="1400"/>
            </a:lvl4pPr>
            <a:lvl5pPr marL="1828800" indent="0">
              <a:buNone/>
              <a:defRPr lang="tr-tr" sz="1400"/>
            </a:lvl5pPr>
            <a:lvl6pPr marL="2286000" indent="0">
              <a:buNone/>
              <a:defRPr lang="tr-tr" sz="1400"/>
            </a:lvl6pPr>
            <a:lvl7pPr marL="2743200" indent="0">
              <a:buNone/>
              <a:defRPr lang="tr-tr" sz="1400"/>
            </a:lvl7pPr>
            <a:lvl8pPr marL="3200400" indent="0">
              <a:buNone/>
              <a:defRPr lang="tr-tr" sz="1400"/>
            </a:lvl8pPr>
            <a:lvl9pPr marL="3657600" indent="0">
              <a:buNone/>
              <a:defRPr lang="tr-tr" sz="14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</p:txBody>
      </p:sp>
      <p:sp>
        <p:nvSpPr>
          <p:cNvPr id="4" name="Rectangle 50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AAE5-2CFC-ABC1-5CA9448F5D09}" type="slidenum"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oAUAAKgbAADoJgAAEAAAACYAAAAIAAAAAYAAAAAAAAA="/>
              </a:ext>
            </a:extLst>
          </p:cNvSpPr>
          <p:nvPr>
            <p:ph idx="1"/>
          </p:nvPr>
        </p:nvSpPr>
        <p:spPr>
          <a:xfrm>
            <a:off x="152400" y="914400"/>
            <a:ext cx="4343400" cy="5410200"/>
          </a:xfrm>
        </p:spPr>
        <p:txBody>
          <a:bodyPr/>
          <a:lstStyle>
            <a:lvl1pPr>
              <a:defRPr lang="tr-tr" sz="2800"/>
            </a:lvl1pPr>
            <a:lvl2pPr>
              <a:defRPr lang="tr-tr" sz="2400"/>
            </a:lvl2pPr>
            <a:lvl3pPr>
              <a:defRPr lang="tr-tr" sz="2000"/>
            </a:lvl3pPr>
            <a:lvl4pPr>
              <a:defRPr lang="tr-tr" sz="1800"/>
            </a:lvl4pPr>
            <a:lvl5pPr>
              <a:defRPr lang="tr-tr" sz="1800"/>
            </a:lvl5pPr>
            <a:lvl6pPr>
              <a:defRPr lang="tr-tr" sz="1800"/>
            </a:lvl6pPr>
            <a:lvl7pPr>
              <a:defRPr lang="tr-tr" sz="1800"/>
            </a:lvl7pPr>
            <a:lvl8pPr>
              <a:defRPr lang="tr-tr" sz="1800"/>
            </a:lvl8pPr>
            <a:lvl9pPr>
              <a:defRPr lang="tr-tr" sz="18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4" name="3 İçerik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YHAAAoAUAAFA3AADoJgAAEAAAACYAAAAIAAAAAYAAAAAAAAA="/>
              </a:ext>
            </a:extLst>
          </p:cNvSpPr>
          <p:nvPr>
            <p:ph idx="2"/>
          </p:nvPr>
        </p:nvSpPr>
        <p:spPr>
          <a:xfrm>
            <a:off x="4648200" y="914400"/>
            <a:ext cx="4343400" cy="5410200"/>
          </a:xfrm>
        </p:spPr>
        <p:txBody>
          <a:bodyPr/>
          <a:lstStyle>
            <a:lvl1pPr>
              <a:defRPr lang="tr-tr" sz="2800"/>
            </a:lvl1pPr>
            <a:lvl2pPr>
              <a:defRPr lang="tr-tr" sz="2400"/>
            </a:lvl2pPr>
            <a:lvl3pPr>
              <a:defRPr lang="tr-tr" sz="2000"/>
            </a:lvl3pPr>
            <a:lvl4pPr>
              <a:defRPr lang="tr-tr" sz="1800"/>
            </a:lvl4pPr>
            <a:lvl5pPr>
              <a:defRPr lang="tr-tr" sz="1800"/>
            </a:lvl5pPr>
            <a:lvl6pPr>
              <a:defRPr lang="tr-tr" sz="1800"/>
            </a:lvl6pPr>
            <a:lvl7pPr>
              <a:defRPr lang="tr-tr" sz="1800"/>
            </a:lvl7pPr>
            <a:lvl8pPr>
              <a:defRPr lang="tr-tr" sz="1800"/>
            </a:lvl8pPr>
            <a:lvl9pPr>
              <a:defRPr lang="tr-tr" sz="18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5" name="Rectangle 50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CDB9-AC45-F741-3B10FD0F016E}" type="slidenum"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4AAAAEP///xgzAAAYBgAAEAAAACYAAAAIAAAAAQAAAAAAAAA="/>
              </a:ext>
            </a:extLst>
          </p:cNvSpPr>
          <p:nvPr>
            <p:ph type="title"/>
          </p:nvPr>
        </p:nvSpPr>
        <p:spPr>
          <a:xfrm>
            <a:off x="76200" y="-152400"/>
            <a:ext cx="8229600" cy="1143000"/>
          </a:xfrm>
        </p:spPr>
        <p:txBody>
          <a:bodyPr/>
          <a:lstStyle/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Metin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cgkAAKsbAABhDQAAEAAAACYAAAAIAAAAgYAAAAAAAAA="/>
              </a:ext>
            </a:extLst>
          </p:cNvSpPr>
          <p:nvPr>
            <p:ph idx="1"/>
          </p:nvPr>
        </p:nvSpPr>
        <p:spPr>
          <a:xfrm>
            <a:off x="457200" y="1535430"/>
            <a:ext cx="404050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tr-tr" sz="2400" b="1"/>
            </a:lvl1pPr>
            <a:lvl2pPr marL="457200" indent="0">
              <a:buNone/>
              <a:defRPr lang="tr-tr" sz="2000" b="1"/>
            </a:lvl2pPr>
            <a:lvl3pPr marL="914400" indent="0">
              <a:buNone/>
              <a:defRPr lang="tr-tr" sz="1800" b="1"/>
            </a:lvl3pPr>
            <a:lvl4pPr marL="1371600" indent="0">
              <a:buNone/>
              <a:defRPr lang="tr-tr" sz="1600" b="1"/>
            </a:lvl4pPr>
            <a:lvl5pPr marL="1828800" indent="0">
              <a:buNone/>
              <a:defRPr lang="tr-tr" sz="1600" b="1"/>
            </a:lvl5pPr>
            <a:lvl6pPr marL="2286000" indent="0">
              <a:buNone/>
              <a:defRPr lang="tr-tr" sz="1600" b="1"/>
            </a:lvl6pPr>
            <a:lvl7pPr marL="2743200" indent="0">
              <a:buNone/>
              <a:defRPr lang="tr-tr" sz="1600" b="1"/>
            </a:lvl7pPr>
            <a:lvl8pPr marL="3200400" indent="0">
              <a:buNone/>
              <a:defRPr lang="tr-tr" sz="1600" b="1"/>
            </a:lvl8pPr>
            <a:lvl9pPr marL="3657600" indent="0">
              <a:buNone/>
              <a:defRPr lang="tr-tr" sz="1600" b="1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YQ0AAKsbAACwJQAAEAAAACYAAAAIAAAAAYAAAAAAAAA="/>
              </a:ext>
            </a:extLst>
          </p:cNvSpPr>
          <p:nvPr>
            <p:ph idx="2"/>
          </p:nvPr>
        </p:nvSpPr>
        <p:spPr>
          <a:xfrm>
            <a:off x="457200" y="2174875"/>
            <a:ext cx="4040505" cy="3951605"/>
          </a:xfrm>
        </p:spPr>
        <p:txBody>
          <a:bodyPr/>
          <a:lstStyle>
            <a:lvl1pPr>
              <a:defRPr lang="tr-tr" sz="2400"/>
            </a:lvl1pPr>
            <a:lvl2pPr>
              <a:defRPr lang="tr-tr" sz="2000"/>
            </a:lvl2pPr>
            <a:lvl3pPr>
              <a:defRPr lang="tr-tr" sz="1800"/>
            </a:lvl3pPr>
            <a:lvl4pPr>
              <a:defRPr lang="tr-tr" sz="1600"/>
            </a:lvl4pPr>
            <a:lvl5pPr>
              <a:defRPr lang="tr-tr" sz="1600"/>
            </a:lvl5pPr>
            <a:lvl6pPr>
              <a:defRPr lang="tr-tr" sz="1600"/>
            </a:lvl6pPr>
            <a:lvl7pPr>
              <a:defRPr lang="tr-tr" sz="1600"/>
            </a:lvl7pPr>
            <a:lvl8pPr>
              <a:defRPr lang="tr-tr" sz="1600"/>
            </a:lvl8pPr>
            <a:lvl9pPr>
              <a:defRPr lang="tr-tr" sz="16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5" name="4 Metin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THAAAcgkAAHA1AABhDQAAEAAAACYAAAAIAAAAgYAAAAAAAAA="/>
              </a:ext>
            </a:extLst>
          </p:cNvSpPr>
          <p:nvPr>
            <p:ph idx="3"/>
          </p:nvPr>
        </p:nvSpPr>
        <p:spPr>
          <a:xfrm>
            <a:off x="4645025" y="1535430"/>
            <a:ext cx="404177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tr-tr" sz="2400" b="1"/>
            </a:lvl1pPr>
            <a:lvl2pPr marL="457200" indent="0">
              <a:buNone/>
              <a:defRPr lang="tr-tr" sz="2000" b="1"/>
            </a:lvl2pPr>
            <a:lvl3pPr marL="914400" indent="0">
              <a:buNone/>
              <a:defRPr lang="tr-tr" sz="1800" b="1"/>
            </a:lvl3pPr>
            <a:lvl4pPr marL="1371600" indent="0">
              <a:buNone/>
              <a:defRPr lang="tr-tr" sz="1600" b="1"/>
            </a:lvl4pPr>
            <a:lvl5pPr marL="1828800" indent="0">
              <a:buNone/>
              <a:defRPr lang="tr-tr" sz="1600" b="1"/>
            </a:lvl5pPr>
            <a:lvl6pPr marL="2286000" indent="0">
              <a:buNone/>
              <a:defRPr lang="tr-tr" sz="1600" b="1"/>
            </a:lvl6pPr>
            <a:lvl7pPr marL="2743200" indent="0">
              <a:buNone/>
              <a:defRPr lang="tr-tr" sz="1600" b="1"/>
            </a:lvl7pPr>
            <a:lvl8pPr marL="3200400" indent="0">
              <a:buNone/>
              <a:defRPr lang="tr-tr" sz="1600" b="1"/>
            </a:lvl8pPr>
            <a:lvl9pPr marL="3657600" indent="0">
              <a:buNone/>
              <a:defRPr lang="tr-tr" sz="1600" b="1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THAAAYQ0AAHA1AACwJQAAEAAAACYAAAAIAAAAAYAAAAAAAAA="/>
              </a:ext>
            </a:extLst>
          </p:cNvSpPr>
          <p:nvPr>
            <p:ph idx="4"/>
          </p:nvPr>
        </p:nvSpPr>
        <p:spPr>
          <a:xfrm>
            <a:off x="4645025" y="2174875"/>
            <a:ext cx="4041775" cy="3951605"/>
          </a:xfrm>
        </p:spPr>
        <p:txBody>
          <a:bodyPr/>
          <a:lstStyle>
            <a:lvl1pPr>
              <a:defRPr lang="tr-tr" sz="2400"/>
            </a:lvl1pPr>
            <a:lvl2pPr>
              <a:defRPr lang="tr-tr" sz="2000"/>
            </a:lvl2pPr>
            <a:lvl3pPr>
              <a:defRPr lang="tr-tr" sz="1800"/>
            </a:lvl3pPr>
            <a:lvl4pPr>
              <a:defRPr lang="tr-tr" sz="1600"/>
            </a:lvl4pPr>
            <a:lvl5pPr>
              <a:defRPr lang="tr-tr" sz="1600"/>
            </a:lvl5pPr>
            <a:lvl6pPr>
              <a:defRPr lang="tr-tr" sz="1600"/>
            </a:lvl6pPr>
            <a:lvl7pPr>
              <a:defRPr lang="tr-tr" sz="1600"/>
            </a:lvl7pPr>
            <a:lvl8pPr>
              <a:defRPr lang="tr-tr" sz="1600"/>
            </a:lvl8pPr>
            <a:lvl9pPr>
              <a:defRPr lang="tr-tr" sz="16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7" name="Rectangle 50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43D6-70FE-989D-B5AB46D36EE0}" type="slidenum"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Rectangle 50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BFD8-6F07-9682-4952BFCC601C}" type="slidenum"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0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1ECD-B4B6-8359-E8E30E1775BD}" type="slidenum"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zDfe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rgEAAFIVAADUCAAAEAAAACYAAAAIAAAAgYAAAAAAAAA="/>
              </a:ext>
            </a:extLst>
          </p:cNvSpPr>
          <p:nvPr>
            <p:ph type="title"/>
          </p:nvPr>
        </p:nvSpPr>
        <p:spPr>
          <a:xfrm>
            <a:off x="457200" y="273050"/>
            <a:ext cx="3008630" cy="116205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tr-tr" sz="2000" b="1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+FQAArgEAAHA1AACwJQAAEAAAACYAAAAIAAAAAYAAAAAAAAA="/>
              </a:ext>
            </a:extLst>
          </p:cNvSpPr>
          <p:nvPr>
            <p:ph idx="1"/>
          </p:nvPr>
        </p:nvSpPr>
        <p:spPr>
          <a:xfrm>
            <a:off x="3575050" y="273050"/>
            <a:ext cx="5111750" cy="5853430"/>
          </a:xfrm>
        </p:spPr>
        <p:txBody>
          <a:bodyPr/>
          <a:lstStyle>
            <a:lvl1pPr>
              <a:defRPr lang="tr-tr" sz="3200"/>
            </a:lvl1pPr>
            <a:lvl2pPr>
              <a:defRPr lang="tr-tr" sz="2800"/>
            </a:lvl2pPr>
            <a:lvl3pPr>
              <a:defRPr lang="tr-tr" sz="2400"/>
            </a:lvl3pPr>
            <a:lvl4pPr>
              <a:defRPr lang="tr-tr" sz="2000"/>
            </a:lvl4pPr>
            <a:lvl5pPr>
              <a:defRPr lang="tr-tr" sz="2000"/>
            </a:lvl5pPr>
            <a:lvl6pPr>
              <a:defRPr lang="tr-tr" sz="2000"/>
            </a:lvl6pPr>
            <a:lvl7pPr>
              <a:defRPr lang="tr-tr" sz="2000"/>
            </a:lvl7pPr>
            <a:lvl8pPr>
              <a:defRPr lang="tr-tr" sz="2000"/>
            </a:lvl8pPr>
            <a:lvl9pPr>
              <a:defRPr lang="tr-tr" sz="20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4" name="3 Metin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1AgAAFIVAACwJQAAEAAAACYAAAAIAAAAAYAAAAAAAAA="/>
              </a:ext>
            </a:extLst>
          </p:cNvSpPr>
          <p:nvPr>
            <p:ph idx="2"/>
          </p:nvPr>
        </p:nvSpPr>
        <p:spPr>
          <a:xfrm>
            <a:off x="457200" y="1435100"/>
            <a:ext cx="3008630" cy="4691380"/>
          </a:xfrm>
        </p:spPr>
        <p:txBody>
          <a:bodyPr/>
          <a:lstStyle>
            <a:lvl1pPr marL="0" indent="0">
              <a:buNone/>
              <a:defRPr lang="tr-tr" sz="1400"/>
            </a:lvl1pPr>
            <a:lvl2pPr marL="457200" indent="0">
              <a:buNone/>
              <a:defRPr lang="tr-tr" sz="1200"/>
            </a:lvl2pPr>
            <a:lvl3pPr marL="914400" indent="0">
              <a:buNone/>
              <a:defRPr lang="tr-tr" sz="1000"/>
            </a:lvl3pPr>
            <a:lvl4pPr marL="1371600" indent="0">
              <a:buNone/>
              <a:defRPr lang="tr-tr" sz="900"/>
            </a:lvl4pPr>
            <a:lvl5pPr marL="1828800" indent="0">
              <a:buNone/>
              <a:defRPr lang="tr-tr" sz="900"/>
            </a:lvl5pPr>
            <a:lvl6pPr marL="2286000" indent="0">
              <a:buNone/>
              <a:defRPr lang="tr-tr" sz="900"/>
            </a:lvl6pPr>
            <a:lvl7pPr marL="2743200" indent="0">
              <a:buNone/>
              <a:defRPr lang="tr-tr" sz="900"/>
            </a:lvl7pPr>
            <a:lvl8pPr marL="3200400" indent="0">
              <a:buNone/>
              <a:defRPr lang="tr-tr" sz="900"/>
            </a:lvl8pPr>
            <a:lvl9pPr marL="3657600" indent="0">
              <a:buNone/>
              <a:defRPr lang="tr-tr" sz="9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</p:txBody>
      </p:sp>
      <p:sp>
        <p:nvSpPr>
          <p:cNvPr id="5" name="Rectangle 50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DACA-E16B-840C-2C3ED3427279}" type="slidenum"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zDfe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HCwAAiB0AAMcsAAAFIQAAEAAAACYAAAAIAAAAgYAAAAAAAAA="/>
              </a:ext>
            </a:extLst>
          </p:cNvSpPr>
          <p:nvPr>
            <p:ph type="title"/>
          </p:nvPr>
        </p:nvSpPr>
        <p:spPr>
          <a:xfrm>
            <a:off x="1792605" y="4800600"/>
            <a:ext cx="5486400" cy="56705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tr-tr" sz="2000" b="1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Resim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HCwAAxQMAAMcsAAAVHQAAEAAAACYAAAAIAAAAAYAAAAAAAAA="/>
              </a:ext>
            </a:extLst>
          </p:cNvSpPr>
          <p:nvPr>
            <p:ph type="pic" idx="1"/>
          </p:nvPr>
        </p:nvSpPr>
        <p:spPr>
          <a:xfrm>
            <a:off x="1792605" y="612775"/>
            <a:ext cx="5486400" cy="4114800"/>
          </a:xfrm>
        </p:spPr>
        <p:txBody>
          <a:bodyPr/>
          <a:lstStyle>
            <a:lvl1pPr marL="0" indent="0">
              <a:buNone/>
              <a:defRPr sz="3200" noProof="1"/>
            </a:lvl1pPr>
            <a:lvl2pPr marL="457200" indent="0">
              <a:buNone/>
              <a:defRPr lang="tr-tr" sz="2800"/>
            </a:lvl2pPr>
            <a:lvl3pPr marL="914400" indent="0">
              <a:buNone/>
              <a:defRPr lang="tr-tr" sz="2400"/>
            </a:lvl3pPr>
            <a:lvl4pPr marL="1371600" indent="0">
              <a:buNone/>
              <a:defRPr lang="tr-tr" sz="2000"/>
            </a:lvl4pPr>
            <a:lvl5pPr marL="1828800" indent="0">
              <a:buNone/>
              <a:defRPr lang="tr-tr" sz="2000"/>
            </a:lvl5pPr>
            <a:lvl6pPr marL="2286000" indent="0">
              <a:buNone/>
              <a:defRPr lang="tr-tr" sz="2000"/>
            </a:lvl6pPr>
            <a:lvl7pPr marL="2743200" indent="0">
              <a:buNone/>
              <a:defRPr lang="tr-tr" sz="2000"/>
            </a:lvl7pPr>
            <a:lvl8pPr marL="3200400" indent="0">
              <a:buNone/>
              <a:defRPr lang="tr-tr" sz="2000"/>
            </a:lvl8pPr>
            <a:lvl9pPr marL="3657600" indent="0">
              <a:buNone/>
              <a:defRPr lang="tr-tr" sz="2000"/>
            </a:lvl9pPr>
          </a:lstStyle>
          <a:p>
            <a:pPr>
              <a:defRPr lang="tr-tr"/>
            </a:pPr>
            <a:endParaRPr noProof="1"/>
          </a:p>
        </p:txBody>
      </p:sp>
      <p:sp>
        <p:nvSpPr>
          <p:cNvPr id="4" name="3 Metin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HCwAABSEAAMcsAAD4JQAAEAAAACYAAAAIAAAAAYAAAAAAAAA="/>
              </a:ext>
            </a:extLst>
          </p:cNvSpPr>
          <p:nvPr>
            <p:ph idx="2"/>
          </p:nvPr>
        </p:nvSpPr>
        <p:spPr>
          <a:xfrm>
            <a:off x="1792605" y="5367655"/>
            <a:ext cx="5486400" cy="804545"/>
          </a:xfrm>
        </p:spPr>
        <p:txBody>
          <a:bodyPr/>
          <a:lstStyle>
            <a:lvl1pPr marL="0" indent="0">
              <a:buNone/>
              <a:defRPr lang="tr-tr" sz="1400"/>
            </a:lvl1pPr>
            <a:lvl2pPr marL="457200" indent="0">
              <a:buNone/>
              <a:defRPr lang="tr-tr" sz="1200"/>
            </a:lvl2pPr>
            <a:lvl3pPr marL="914400" indent="0">
              <a:buNone/>
              <a:defRPr lang="tr-tr" sz="1000"/>
            </a:lvl3pPr>
            <a:lvl4pPr marL="1371600" indent="0">
              <a:buNone/>
              <a:defRPr lang="tr-tr" sz="900"/>
            </a:lvl4pPr>
            <a:lvl5pPr marL="1828800" indent="0">
              <a:buNone/>
              <a:defRPr lang="tr-tr" sz="900"/>
            </a:lvl5pPr>
            <a:lvl6pPr marL="2286000" indent="0">
              <a:buNone/>
              <a:defRPr lang="tr-tr" sz="900"/>
            </a:lvl6pPr>
            <a:lvl7pPr marL="2743200" indent="0">
              <a:buNone/>
              <a:defRPr lang="tr-tr" sz="900"/>
            </a:lvl7pPr>
            <a:lvl8pPr marL="3200400" indent="0">
              <a:buNone/>
              <a:defRPr lang="tr-tr" sz="900"/>
            </a:lvl8pPr>
            <a:lvl9pPr marL="3657600" indent="0">
              <a:buNone/>
              <a:defRPr lang="tr-tr" sz="9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</p:txBody>
      </p:sp>
      <p:sp>
        <p:nvSpPr>
          <p:cNvPr id="5" name="Rectangle 50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ECF5-3AE4-BBD7-1AB15C994D4F}" type="slidenum"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oAUAAFA3AADoJgAAEAAAACYAAAAIAAAAAgAAAAAAAAA=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B7B4-5246-FABF-4113FEF10C14}" type="slidenum"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4KQAAqAAAAFA3AADoJgAAEAAAACYAAAAIAAAAAwAAAAAAAAA="/>
              </a:ext>
            </a:extLst>
          </p:cNvSpPr>
          <p:nvPr>
            <p:ph type="title"/>
          </p:nvPr>
        </p:nvSpPr>
        <p:spPr>
          <a:xfrm>
            <a:off x="6781800" y="106680"/>
            <a:ext cx="2209800" cy="6217920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MgoAADoJgAAEAAAACYAAAAIAAAAAwAAAAAAAAA="/>
              </a:ext>
            </a:extLst>
          </p:cNvSpPr>
          <p:nvPr>
            <p:ph idx="1"/>
          </p:nvPr>
        </p:nvSpPr>
        <p:spPr>
          <a:xfrm>
            <a:off x="152400" y="106680"/>
            <a:ext cx="6477000" cy="6217920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2BD0-F473-9E19-DD26CB576888}" type="slidenum"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HA1AAA4BAAAEAAAACYAAAAIAAAAAYAAAAAAAAA="/>
              </a:ext>
            </a:extLst>
          </p:cNvSpPr>
          <p:nvPr>
            <p:ph type="title"/>
          </p:nvPr>
        </p:nvSpPr>
        <p:spPr>
          <a:xfrm>
            <a:off x="152400" y="106680"/>
            <a:ext cx="8534400" cy="579120"/>
          </a:xfrm>
        </p:spPr>
        <p:txBody>
          <a:bodyPr/>
          <a:lstStyle>
            <a:lvl1pPr>
              <a:defRPr lang="en-us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AAAAAA="/>
              </a:ext>
            </a:extLst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 lang="tr-tr"/>
            </a:pPr>
            <a:fld id="{C095632D-55B5-9A0E-FB77-A35BB6390DF6}" type="slidenum"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9"/>
          <p:cNvSpPr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EAAAAAAAAAPY2UAP///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9jZQA////AQAAAAAAAAAAAAAAAAAAAAAAAAAAAAAAAAAAAAAAAAAAAAAAAn9/fwCAgIADzMzMAMDA/wB/f38AAAAAAAAAAAAAAAAAAAAAAAAAAAAhAAAAGAAAABQAAAAAAAAA2CcAAEA4AAAwKgAAECAAACYAAAAIAAAA//////////8="/>
              </a:ext>
            </a:extLst>
          </p:cNvSpPr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3D8D94"/>
          </a:solidFill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>
            <a:lvl1pPr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defRPr lang="tr-tr"/>
            </a:pPr>
          </a:p>
        </p:txBody>
      </p:sp>
      <p:sp>
        <p:nvSpPr>
          <p:cNvPr id="3" name="Rectangle 43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oAUAAFA3AADoJgAAEAAAACYAAAAIAAAAvx8AAP8fAAA="/>
              </a:ext>
            </a:extLst>
          </p:cNvSpPr>
          <p:nvPr>
            <p:ph type="body" idx="1"/>
          </p:nvPr>
        </p:nvSpPr>
        <p:spPr>
          <a:xfrm>
            <a:off x="152400" y="914400"/>
            <a:ext cx="8839200" cy="5410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tr-tr"/>
            </a:pPr>
            <a:r>
              <a:t>Click to edit Master text styles</a:t>
            </a:r>
          </a:p>
          <a:p>
            <a:pPr lvl="1">
              <a:defRPr lang="tr-tr"/>
            </a:pPr>
            <a:r>
              <a:t>Second level</a:t>
            </a:r>
          </a:p>
          <a:p>
            <a:pPr lvl="2">
              <a:defRPr lang="tr-tr"/>
            </a:pPr>
            <a:r>
              <a:t>Third level</a:t>
            </a:r>
          </a:p>
          <a:p>
            <a:pPr lvl="3">
              <a:defRPr lang="tr-tr"/>
            </a:pPr>
            <a:r>
              <a:t>Fourth level</a:t>
            </a:r>
          </a:p>
          <a:p>
            <a:pPr lvl="4">
              <a:defRPr lang="tr-tr"/>
            </a:pPr>
            <a:r>
              <a:t>Fifth level</a:t>
            </a:r>
          </a:p>
        </p:txBody>
      </p:sp>
      <p:sp>
        <p:nvSpPr>
          <p:cNvPr id="4" name="Rectangle 50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v58AAP//wQE="/>
              </a:ext>
            </a:extLst>
          </p:cNvSpPr>
          <p:nvPr>
            <p:ph type="sldNum" sz="quarter" idx="4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>
              <a:defRPr lang="tr-tr" sz="1000">
                <a:solidFill>
                  <a:srgbClr val="FFFFE5"/>
                </a:solidFill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fld id="{C095632D-FB92-EF42-DC02-0D17FA4C2A58}" type="slidenum">
              <a:t/>
            </a:fld>
          </a:p>
        </p:txBody>
      </p:sp>
      <p:sp>
        <p:nvSpPr>
          <p:cNvPr id="5" name="Rectangle 53"/>
          <p:cNvSpPr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EAAAADAAAARZegAHK+xQAAAAAAAAAAAAAAAAAAAAAAAAAAAAAAAAAAAAAAeAAAAAEAAABAAAAAZAAAAAAAAABoAQAAAAAAAAAAAAAAAAAAAAAAAAAAAAAAAAAAAAAAAAAAAAAAAAAAAAAAAAAAAAAAAAAAAAAAAAAAAAAAAAAAAAAAAAAAAAAAAAAAFAAAADwAAAABAAAAAAAAAAAAAAk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EAAAAAAAAAAAAAAAAAAAAAAAAAECcAABAnAAAAAAAAAAAAAAAAAAAAAAAAAAAAAAAAAAAAAAAAAAAAABQAAAAAAAAAwMD/AAAAAABkAAAAMgAAAAAAAABkAAAAAAAAAH9/fwAKAAAAHwAAAFQAAABFl6AAcr7FAAAAAAAAAAAAAAAAAAAAAAAAAAAAAAAAAAAAAAAAAAAAAAAAAn9/fwCAgIADzMzMAMDA/wB/f38AAAAAAAAAAAAAAAAAAAAAAAAAAAAhAAAAGAAAABQAAAAAAAAAEQAAAEA4AADBBAAAECAAACYAAAAIAAAA//////////8="/>
              </a:ext>
            </a:extLst>
          </p:cNvSpPr>
          <p:nvPr/>
        </p:nvSpPr>
        <p:spPr>
          <a:xfrm>
            <a:off x="0" y="10795"/>
            <a:ext cx="9144000" cy="762000"/>
          </a:xfrm>
          <a:prstGeom prst="rect">
            <a:avLst/>
          </a:prstGeom>
          <a:gradFill flip="none" rotWithShape="1">
            <a:gsLst>
              <a:gs pos="0">
                <a:srgbClr val="4597A0"/>
              </a:gs>
              <a:gs pos="100000">
                <a:srgbClr val="72BEC5"/>
              </a:gs>
            </a:gsLst>
            <a:lin ang="0" scaled="0"/>
            <a:tileRect/>
          </a:gradFill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>
            <a:lvl1pPr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defRPr lang="tr-tr"/>
            </a:pPr>
          </a:p>
        </p:txBody>
      </p:sp>
      <p:sp>
        <p:nvSpPr>
          <p:cNvPr id="6" name="Rectangle 45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vx8AAP//wQE="/>
              </a:ext>
            </a:extLst>
          </p:cNvSpPr>
          <p:nvPr>
            <p:ph type="title"/>
          </p:nvPr>
        </p:nvSpPr>
        <p:spPr>
          <a:xfrm>
            <a:off x="152400" y="106680"/>
            <a:ext cx="7848600" cy="5791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tr-tr"/>
            </a:pPr>
            <a:r>
              <a:t>Başlık</a:t>
            </a:r>
          </a:p>
        </p:txBody>
      </p:sp>
      <p:sp>
        <p:nvSpPr>
          <p:cNvPr id="7" name="Dikdörtgen1"/>
          <p:cNvSpPr>
            <a:extLst>
              <a:ext uri="smNativeData">
                <pr:smNativeData xmlns:pr="smNativeData" val="SMDATA_13_zDfeXxMAAAAlAAAAZAAAAE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oCAAANigAACAcAADqKQAAECAAACYAAAAIAAAA//////////8="/>
              </a:ext>
            </a:extLst>
          </p:cNvSpPr>
          <p:nvPr/>
        </p:nvSpPr>
        <p:spPr>
          <a:xfrm>
            <a:off x="1447800" y="6536690"/>
            <a:ext cx="3124200" cy="2768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algn="ctr">
              <a:spcBef>
                <a:spcPts val="720"/>
              </a:spcBef>
              <a:defRPr lang="tr-tr"/>
            </a:pPr>
            <a:r>
              <a:rPr lang="tr-tr"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GT</a:t>
            </a:r>
            <a:r>
              <a:rPr lang="en-us"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Ü </a:t>
            </a:r>
            <a:r>
              <a:rPr lang="tr-tr"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-</a:t>
            </a:r>
            <a:r>
              <a:rPr lang="en-us"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 </a:t>
            </a:r>
            <a:r>
              <a:rPr lang="tr-tr"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Bilgisayar Mühendisliği Bölümü</a:t>
            </a:r>
            <a:endParaRPr lang="tr-tr" sz="1200" b="1">
              <a:solidFill>
                <a:schemeClr val="bg1"/>
              </a:solidFill>
              <a:effectLst>
                <a:outerShdw dist="63500" dir="36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8" name="Picture 15" descr="C:\Users\rehin99\Desktop\bilg-logo.png"/>
          <p:cNvPicPr>
            <a:picLocks noChangeAspect="1"/>
            <a:extLst>
              <a:ext uri="smNativeData">
                <pr:smNativeData xmlns:pr="smNativeData" val="SMDATA_15_zDfeXxMAAAAlAAAAEQ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gQAAABgkAACQBgAAJyoAABAAAAAmAAAACAAAAP//////////"/>
              </a:ext>
            </a:extLst>
          </p:cNvPicPr>
          <p:nvPr/>
        </p:nvPicPr>
        <p:blipFill>
          <a:blip r:embed="rId1"/>
          <a:stretch>
            <a:fillRect/>
          </a:stretch>
        </p:blipFill>
        <p:spPr>
          <a:xfrm>
            <a:off x="81915" y="5867400"/>
            <a:ext cx="984885" cy="98488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16" descr="C:\Users\rehin99\Desktop\gtu-logo.png"/>
          <p:cNvPicPr>
            <a:picLocks noChangeAspect="1"/>
            <a:extLst>
              <a:ext uri="smNativeData">
                <pr:smNativeData xmlns:pr="smNativeData" val="SMDATA_15_zDfeXxMAAAAlAAAAEQ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ODEAAEUAAAAMOAAAjAQAABAAAAAmAAAACAAAAP//////////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3815"/>
            <a:ext cx="1109980" cy="6953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Text Box 68"/>
          <p:cNvSpPr>
            <a:extLst>
              <a:ext uri="smNativeData">
                <pr:smNativeData xmlns:pr="smNativeData" val="SMDATA_13_zDfeXxMAAAAlAAAAZAAAAE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AgHAAAKigAAFgvAADeKQAAECAAACYAAAAIAAAA//////////8="/>
              </a:ext>
            </a:extLst>
          </p:cNvSpPr>
          <p:nvPr/>
        </p:nvSpPr>
        <p:spPr>
          <a:xfrm>
            <a:off x="4572000" y="6529070"/>
            <a:ext cx="3124200" cy="2768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algn="ctr">
              <a:spcBef>
                <a:spcPts val="720"/>
              </a:spcBef>
              <a:defRPr lang="tr-tr"/>
            </a:pPr>
            <a:r>
              <a:rPr lang="en-us"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BİL 495/496 Bitirme Projesi </a:t>
            </a:r>
            <a:endParaRPr lang="tr-tr" sz="1200" b="1">
              <a:solidFill>
                <a:schemeClr val="bg1"/>
              </a:solidFill>
              <a:effectLst>
                <a:outerShdw dist="63500" dir="36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9" r:id="rId14"/>
  </p:sldLayoutIdLst>
  <p:hf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chemeClr val="bg1"/>
          </a:solidFill>
          <a:effectLst>
            <a:outerShdw dist="63500" dir="3600000" algn="tl" rotWithShape="0">
              <a:srgbClr val="000000">
                <a:alpha val="40000"/>
              </a:srgbClr>
            </a:outerShdw>
          </a:effectLst>
          <a:latin typeface="Arial" pitchFamily="1" charset="0"/>
          <a:ea typeface="Arial" pitchFamily="1" charset="0"/>
          <a:cs typeface="Arial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575"/>
        </a:spcBef>
        <a:spcAft>
          <a:spcPts val="0"/>
        </a:spcAft>
        <a:buClrTx/>
        <a:buSzTx/>
        <a:buFontTx/>
        <a:buChar char="•"/>
        <a:tabLst/>
        <a:defRPr lang="tr-tr" sz="24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742950" marR="0" indent="-28575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Tx/>
        <a:buChar char="–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1143000" marR="0" indent="-22860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Tx/>
        <a:buChar char="•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1600200" marR="0" indent="-22860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Tx/>
        <a:buChar char="–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2057400" marR="0" indent="-22860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Tx/>
        <a:buChar char="»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mA0AANg2AAD4FgAAEAAAACYAAAAIAAAAAQAAAAAAAAA="/>
              </a:ext>
            </a:extLst>
          </p:cNvSpPr>
          <p:nvPr>
            <p:ph type="ctrTitle"/>
          </p:nvPr>
        </p:nvSpPr>
        <p:spPr>
          <a:xfrm>
            <a:off x="152400" y="2209800"/>
            <a:ext cx="8763000" cy="1524000"/>
          </a:xfrm>
        </p:spPr>
        <p:txBody>
          <a:bodyPr/>
          <a:lstStyle/>
          <a:p>
            <a:pPr>
              <a:defRPr lang="tr-tr"/>
            </a:pPr>
            <a:r>
              <a:rPr lang="tr-tr" sz="3600"/>
              <a:t>Travel Route Optimization</a:t>
            </a:r>
            <a:endParaRPr lang="tr-tr" sz="3600"/>
          </a:p>
        </p:txBody>
      </p:sp>
      <p:sp>
        <p:nvSpPr>
          <p:cNvPr id="3" name="Rectangle 3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4BwAAcBcAAFgvAACILAAAAAAAACYAAAAIAAAAAQAAAAAAAAA="/>
              </a:ext>
            </a:extLst>
          </p:cNvSpPr>
          <p:nvPr>
            <p:ph type="subTitle" idx="1"/>
          </p:nvPr>
        </p:nvSpPr>
        <p:spPr>
          <a:xfrm>
            <a:off x="1295400" y="3810000"/>
            <a:ext cx="6400800" cy="3429000"/>
          </a:xfrm>
        </p:spPr>
        <p:txBody>
          <a:bodyPr/>
          <a:lstStyle/>
          <a:p>
            <a:pPr>
              <a:lnSpc>
                <a:spcPct val="80000"/>
              </a:lnSpc>
              <a:defRPr lang="tr-tr"/>
            </a:pPr>
            <a:endParaRPr lang="tr-tr" sz="2000" b="1"/>
          </a:p>
          <a:p>
            <a:pPr>
              <a:lnSpc>
                <a:spcPct val="80000"/>
              </a:lnSpc>
              <a:defRPr lang="tr-tr"/>
            </a:pPr>
            <a:r>
              <a:rPr lang="tr-tr" sz="2000" b="1"/>
              <a:t>BIL 496</a:t>
            </a:r>
            <a:endParaRPr lang="tr-tr" sz="2000" b="1"/>
          </a:p>
          <a:p>
            <a:pPr>
              <a:lnSpc>
                <a:spcPct val="80000"/>
              </a:lnSpc>
              <a:defRPr lang="tr-tr"/>
            </a:pPr>
            <a:r>
              <a:rPr lang="tr-tr" sz="2000" b="1"/>
              <a:t>İkinci Sunum</a:t>
            </a:r>
            <a:endParaRPr lang="en-us" sz="2000" b="1"/>
          </a:p>
          <a:p>
            <a:pPr>
              <a:lnSpc>
                <a:spcPct val="80000"/>
              </a:lnSpc>
              <a:defRPr lang="tr-tr"/>
            </a:pPr>
            <a:endParaRPr lang="tr-tr" sz="1400"/>
          </a:p>
          <a:p>
            <a:pPr>
              <a:lnSpc>
                <a:spcPct val="80000"/>
              </a:lnSpc>
              <a:defRPr lang="tr-tr"/>
            </a:pPr>
            <a:endParaRPr lang="tr-tr" sz="1400"/>
          </a:p>
          <a:p>
            <a:pPr>
              <a:lnSpc>
                <a:spcPct val="80000"/>
              </a:lnSpc>
              <a:defRPr lang="tr-tr"/>
            </a:pPr>
            <a:r>
              <a:rPr lang="en-us" sz="2000" b="1"/>
              <a:t>Ahmet </a:t>
            </a:r>
            <a:r>
              <a:rPr lang="tr-tr" sz="2000" b="1"/>
              <a:t>ÇETİNKAYA</a:t>
            </a:r>
            <a:endParaRPr lang="tr-tr" sz="2000" b="1"/>
          </a:p>
          <a:p>
            <a:pPr>
              <a:lnSpc>
                <a:spcPct val="80000"/>
              </a:lnSpc>
              <a:defRPr lang="tr-tr"/>
            </a:pPr>
            <a:endParaRPr lang="tr-tr" sz="2000" b="1"/>
          </a:p>
          <a:p>
            <a:pPr>
              <a:lnSpc>
                <a:spcPct val="80000"/>
              </a:lnSpc>
              <a:defRPr lang="tr-tr"/>
            </a:pPr>
            <a:r>
              <a:rPr lang="tr-tr" sz="1800" b="1"/>
              <a:t>DR.Gökhan KAYA</a:t>
            </a:r>
            <a:endParaRPr lang="tr-tr" sz="1800" b="1"/>
          </a:p>
          <a:p>
            <a:pPr>
              <a:lnSpc>
                <a:spcPct val="80000"/>
              </a:lnSpc>
              <a:defRPr lang="tr-tr"/>
            </a:pPr>
            <a:r>
              <a:rPr lang="tr-tr" sz="1800" b="1"/>
              <a:t>Ekim 2020</a:t>
            </a:r>
            <a:endParaRPr lang="tr-tr" sz="1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D7CA-DEAE-8433-21FB167D7274}" type="slidenum">
              <a:rPr lang="tr-tr" sz="1000">
                <a:solidFill>
                  <a:srgbClr val="FFFFE5"/>
                </a:solidFill>
              </a:rPr>
              <a:t>2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+AcAAOAuAACQJAAAEAAAACYAAAAIAAAAAQAAAAAAAAA="/>
              </a:ext>
            </a:extLst>
          </p:cNvSpPr>
          <p:nvPr>
            <p:ph type="body" idx="1"/>
          </p:nvPr>
        </p:nvSpPr>
        <p:spPr>
          <a:xfrm>
            <a:off x="152400" y="1295400"/>
            <a:ext cx="7467600" cy="4648200"/>
          </a:xfrm>
        </p:spPr>
        <p:txBody>
          <a:bodyPr/>
          <a:lstStyle/>
          <a:p>
            <a:pPr>
              <a:lnSpc>
                <a:spcPct val="90000"/>
              </a:lnSpc>
              <a:defRPr lang="tr-tr"/>
            </a:pPr>
            <a:r>
              <a:rPr lang="tr-tr" sz="2400"/>
              <a:t>Projenin Tanımı</a:t>
            </a:r>
            <a:endParaRPr lang="tr-tr" sz="2400"/>
          </a:p>
          <a:p>
            <a:pPr>
              <a:lnSpc>
                <a:spcPct val="90000"/>
              </a:lnSpc>
              <a:defRPr lang="tr-tr"/>
            </a:pPr>
            <a:endParaRPr lang="tr-tr" sz="2400"/>
          </a:p>
          <a:p>
            <a:pPr>
              <a:lnSpc>
                <a:spcPct val="90000"/>
              </a:lnSpc>
              <a:defRPr lang="tr-tr" sz="2400"/>
            </a:pPr>
            <a:r>
              <a:t>Algoritma </a:t>
            </a:r>
          </a:p>
          <a:p>
            <a:pPr>
              <a:lnSpc>
                <a:spcPct val="90000"/>
              </a:lnSpc>
              <a:defRPr lang="tr-tr"/>
            </a:pPr>
            <a:endParaRPr lang="tr-tr" sz="2400"/>
          </a:p>
          <a:p>
            <a:pPr>
              <a:lnSpc>
                <a:spcPct val="90000"/>
              </a:lnSpc>
              <a:defRPr lang="tr-tr" sz="2400"/>
            </a:pPr>
            <a:r>
              <a:t>Mobil Uygulama</a:t>
            </a:r>
          </a:p>
          <a:p>
            <a:pPr>
              <a:lnSpc>
                <a:spcPct val="90000"/>
              </a:lnSpc>
              <a:defRPr lang="tr-tr"/>
            </a:pPr>
            <a:endParaRPr lang="tr-tr" sz="2400"/>
          </a:p>
          <a:p>
            <a:pPr>
              <a:lnSpc>
                <a:spcPct val="90000"/>
              </a:lnSpc>
              <a:defRPr lang="tr-tr" sz="2400"/>
            </a:pPr>
            <a:r>
              <a:t>Servis Geliştirmeleri</a:t>
            </a:r>
          </a:p>
          <a:p>
            <a:pPr>
              <a:lnSpc>
                <a:spcPct val="90000"/>
              </a:lnSpc>
              <a:defRPr lang="tr-tr" sz="2400"/>
            </a:pPr>
          </a:p>
          <a:p>
            <a:pPr>
              <a:lnSpc>
                <a:spcPct val="90000"/>
              </a:lnSpc>
              <a:defRPr lang="tr-tr" sz="2400"/>
            </a:pPr>
            <a:r>
              <a:t>Geliştirilmesi Gerekenler</a:t>
            </a:r>
          </a:p>
          <a:p>
            <a:pPr marL="0" indent="0">
              <a:lnSpc>
                <a:spcPct val="90000"/>
              </a:lnSpc>
              <a:buNone/>
              <a:defRPr lang="tr-tr"/>
            </a:pPr>
            <a:endParaRPr lang="tr-tr" sz="2400"/>
          </a:p>
        </p:txBody>
      </p:sp>
      <p:sp>
        <p:nvSpPr>
          <p:cNvPr id="4" name="Rectangle 4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tr-tr"/>
            </a:pPr>
            <a:r>
              <a:rPr lang="tr-tr" sz="4000"/>
              <a:t>İçerik</a:t>
            </a:r>
            <a:endParaRPr lang="tr-tr"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UR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15C9-D2CB-873F-E39E737171B6}" type="slidenum">
              <a:rPr lang="tr-tr" sz="1000">
                <a:solidFill>
                  <a:srgbClr val="FFFFE5"/>
                </a:solidFill>
              </a:rPr>
              <a:t>3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tr-tr"/>
            </a:pPr>
            <a:r>
              <a:rPr lang="tr-tr" sz="4000"/>
              <a:t>Proje Şeması ve Tanımı</a:t>
            </a:r>
            <a:endParaRPr lang="tr-tr" sz="4000"/>
          </a:p>
        </p:txBody>
      </p:sp>
      <p:sp>
        <p:nvSpPr>
          <p:cNvPr id="4" name="Rectangle 4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EAwAAJwYAAIoyAAA/GwAAEAAAACYAAAAIAAAAAQAAAH8AAAA="/>
              </a:ext>
            </a:extLst>
          </p:cNvSpPr>
          <p:nvPr>
            <p:ph type="body" idx="1"/>
          </p:nvPr>
        </p:nvSpPr>
        <p:spPr>
          <a:xfrm>
            <a:off x="571500" y="1000125"/>
            <a:ext cx="7644130" cy="3429000"/>
          </a:xfrm>
          <a:noFill/>
        </p:spPr>
        <p:txBody>
          <a:bodyPr/>
          <a:lstStyle/>
          <a:p>
            <a:pPr marL="447675" indent="-447675">
              <a:lnSpc>
                <a:spcPct val="80000"/>
              </a:lnSpc>
              <a:defRPr lang="tr-tr"/>
            </a:pPr>
            <a:r>
              <a:rPr lang="tr-tr" sz="2400"/>
              <a:t>Proje nedir?</a:t>
            </a:r>
            <a:endParaRPr lang="tr-tr" sz="2400"/>
          </a:p>
          <a:p>
            <a:pPr lvl="1" marL="847725" indent="-447675">
              <a:lnSpc>
                <a:spcPct val="80000"/>
              </a:lnSpc>
              <a:defRPr lang="tr-tr"/>
            </a:pPr>
            <a:endParaRPr lang="tr-tr" sz="2000"/>
          </a:p>
          <a:p>
            <a:pPr lvl="1">
              <a:defRPr lang="tr-tr"/>
            </a:pPr>
            <a:r>
              <a:rPr lang="tr-tr" sz="2000"/>
              <a:t>Proje, kullanıcıların yolculuk rotalarını en uygun şekilde planlamayı ve en az maliyet ile hesaplamayı ve bu rotayı mobil uygulama ile kullanıcıya sunmayı  amaçlamaktadır.</a:t>
            </a:r>
            <a:endParaRPr lang="tr-tr" sz="2000"/>
          </a:p>
          <a:p>
            <a:pPr lvl="1">
              <a:buNone/>
              <a:defRPr lang="tr-tr"/>
            </a:pPr>
            <a:endParaRPr lang="tr-tr" sz="2000"/>
          </a:p>
          <a:p>
            <a:pPr lvl="1">
              <a:defRPr lang="tr-tr"/>
            </a:pPr>
            <a:r>
              <a:rPr lang="tr-tr" sz="2000"/>
              <a:t>Proje rota hesaplama için bir algoritma, bir android uygulama ve bunlar için gerekli web servisleri içermektedir.</a:t>
            </a:r>
            <a:endParaRPr lang="tr-tr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QAYEM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B1DF-A397-914E-47C22F006712}" type="slidenum">
              <a:rPr lang="tr-tr" sz="1000">
                <a:solidFill>
                  <a:srgbClr val="FFFFE5"/>
                </a:solidFill>
              </a:rPr>
              <a:t>4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qAAAANg2AAA4BAAAEAAAACYAAAAIAAAAAQAAAAAAAAA="/>
              </a:ext>
            </a:extLst>
          </p:cNvSpPr>
          <p:nvPr>
            <p:ph type="title"/>
          </p:nvPr>
        </p:nvSpPr>
        <p:spPr>
          <a:xfrm>
            <a:off x="152400" y="106680"/>
            <a:ext cx="8763000" cy="579120"/>
          </a:xfrm>
        </p:spPr>
        <p:txBody>
          <a:bodyPr/>
          <a:lstStyle/>
          <a:p>
            <a:pPr>
              <a:defRPr lang="tr-tr" sz="4000"/>
            </a:pPr>
            <a:r>
              <a:t>Algoritma </a:t>
            </a:r>
          </a:p>
        </p:txBody>
      </p:sp>
      <p:sp>
        <p:nvSpPr>
          <p:cNvPr id="4" name="MetinKutusu1"/>
          <p:cNvSpPr txBox="1">
            <a:extLst>
              <a:ext uri="smNativeData">
                <pr:smNativeData xmlns:pr="smNativeData" val="SMDATA_13_zDfe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EcYAAD/fwAA/38AAAAAAAAJAAAABAAAAGZ6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DEAQAAEAcAANo1AADwIAAAECAAACYAAAAIAAAA//////////8="/>
              </a:ext>
            </a:extLst>
          </p:cNvSpPr>
          <p:nvPr/>
        </p:nvSpPr>
        <p:spPr>
          <a:xfrm>
            <a:off x="287020" y="1148080"/>
            <a:ext cx="8467090" cy="4206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buFont typeface="Wingdings" pitchFamily="2" charset="2"/>
              <a:buChar char=""/>
              <a:defRPr lang="tr-tr"/>
            </a:pPr>
            <a:r>
              <a:t> Rotanın belirlenmesinde En Yakın Komşu Algoritması (Nearest Neighbor Algorithm) kullanılacak.</a:t>
            </a:r>
          </a:p>
          <a:p>
            <a:pPr>
              <a:buFont typeface="Wingdings" pitchFamily="2" charset="2"/>
              <a:buChar char=""/>
              <a:defRPr lang="tr-tr"/>
            </a:pPr>
          </a:p>
          <a:p>
            <a:pPr>
              <a:buFont typeface="Wingdings" pitchFamily="2" charset="2"/>
              <a:buChar char=""/>
              <a:defRPr lang="tr-tr"/>
            </a:pPr>
            <a:r>
              <a:t>Algoritma bizim belirlediğimiz kısıtlamalar (Öncelik, Zaman Aralığı ve Bağlı Konumlar ) doğrultusunda geliştirilmeye devam ediliyor.</a:t>
            </a:r>
          </a:p>
          <a:p>
            <a:pPr>
              <a:buFont typeface="Wingdings" pitchFamily="2" charset="2"/>
              <a:buChar char=""/>
              <a:defRPr lang="tr-tr"/>
            </a:pPr>
          </a:p>
          <a:p>
            <a:pPr>
              <a:buFont typeface="Wingdings" pitchFamily="2" charset="2"/>
              <a:buChar char=""/>
              <a:defRPr lang="tr-tr"/>
            </a:pPr>
            <a:r>
              <a:t>En Yakın Komşu Algoritması;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Tüm noktaları ziyaret edilmemiş olarak işaretle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Rasgele nokta seç, bunu mevcut nokta olarak ayarla. Bu noktayı ziyaret edildi olarak işaretle.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Bu noktaya en yakın ziyaret edilmemiş noktayı seç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Seçilen noktayı ziyaret edildi olarak işretle ve mevcut nokta olarak düzenle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Tüm noktalar ziyaret edilirse, sonlanır. Aksi takdirde, 3. adıma git.</a:t>
            </a:r>
          </a:p>
          <a:p>
            <a:pPr>
              <a:buFont typeface="Wingdings" pitchFamily="2" charset="2"/>
              <a:buChar char=""/>
              <a:defRPr lang="tr-tr"/>
            </a:pPr>
            <a:r>
              <a:t>Karmaşıklık; O(n²)</a:t>
            </a:r>
          </a:p>
          <a:p>
            <a:pPr>
              <a:buFont typeface="Wingdings" pitchFamily="2" charset="2"/>
              <a:buChar char=""/>
              <a:defRPr lang="tr-tr"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4AFC-E141-B20C-BC14F94244E9}" type="slidenum">
              <a:rPr lang="tr-tr" sz="1000">
                <a:solidFill>
                  <a:srgbClr val="FFFFE5"/>
                </a:solidFill>
              </a:rPr>
              <a:t>5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F0ZG0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qAAAANg2AAA4BAAAEAAAACYAAAAIAAAAAQAAAAAAAAA="/>
              </a:ext>
            </a:extLst>
          </p:cNvSpPr>
          <p:nvPr>
            <p:ph type="title"/>
          </p:nvPr>
        </p:nvSpPr>
        <p:spPr>
          <a:xfrm>
            <a:off x="152400" y="106680"/>
            <a:ext cx="8763000" cy="579120"/>
          </a:xfrm>
        </p:spPr>
        <p:txBody>
          <a:bodyPr/>
          <a:lstStyle/>
          <a:p>
            <a:pPr>
              <a:defRPr lang="tr-tr" sz="4000"/>
            </a:pPr>
            <a:r>
              <a:t>Mobil Uygulama</a:t>
            </a:r>
          </a:p>
        </p:txBody>
      </p:sp>
      <p:pic>
        <p:nvPicPr>
          <p:cNvPr id="4" name="Resim1"/>
          <p:cNvPicPr>
            <a:picLocks noChangeAspect="1"/>
            <a:extLst>
              <a:ext uri="smNativeData">
                <pr:smNativeData xmlns:pr="smNativeData" val="SMDATA_15_zDfe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hbW1h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SQMAAJ8GAABzDwAAQBwAABAAAAAmAAAACAAAAP//////////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34035" y="1076325"/>
            <a:ext cx="1977390" cy="351599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Resim2"/>
          <p:cNvPicPr>
            <a:picLocks noChangeAspect="1"/>
            <a:extLst>
              <a:ext uri="smNativeData">
                <pr:smNativeData xmlns:pr="smNativeData" val="SMDATA_15_zDfe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4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0xUAAJ8GAAD9IQAAQBwAABAAAAAmAAAACAAAAP//////////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547745" y="1076325"/>
            <a:ext cx="1977390" cy="351599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Resim3"/>
          <p:cNvPicPr>
            <a:picLocks noChangeAspect="1"/>
            <a:extLst>
              <a:ext uri="smNativeData">
                <pr:smNativeData xmlns:pr="smNativeData" val="SMDATA_15_zDfe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hbW1h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XSgAAJ8GAACHNAAAQBwAABAAAAAmAAAACAAAAP//////////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561455" y="1076325"/>
            <a:ext cx="1977390" cy="35159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MetinKutusu1"/>
          <p:cNvSpPr txBox="1">
            <a:extLst>
              <a:ext uri="smNativeData">
                <pr:smNativeData xmlns:pr="smNativeData" val="SMDATA_13_zDfe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EHAAD/fwAA/38AAAAAAAAJAAAABAAAAAAA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AXAwAAIh0AAHMPAAASIQAAECAAACYAAAAIAAAA//////////8="/>
              </a:ext>
            </a:extLst>
          </p:cNvSpPr>
          <p:nvPr/>
        </p:nvSpPr>
        <p:spPr>
          <a:xfrm>
            <a:off x="502285" y="4735830"/>
            <a:ext cx="20091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ctr">
              <a:defRPr lang="tr-tr"/>
            </a:pPr>
            <a:r>
              <a:t>Giriş Yapma Ekranı</a:t>
            </a:r>
          </a:p>
        </p:txBody>
      </p:sp>
      <p:sp>
        <p:nvSpPr>
          <p:cNvPr id="8" name="MetinKutusu2"/>
          <p:cNvSpPr txBox="1">
            <a:extLst>
              <a:ext uri="smNativeData">
                <pr:smNativeData xmlns:pr="smNativeData" val="SMDATA_13_zDfe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NsEAAD/fwAA/38AAAAAAAAJAAAABAAAAAAA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ChFQAAsRwAAP0hAADxHgAAECAAACYAAAAIAAAA//////////8="/>
              </a:ext>
            </a:extLst>
          </p:cNvSpPr>
          <p:nvPr/>
        </p:nvSpPr>
        <p:spPr>
          <a:xfrm>
            <a:off x="3515995" y="4664075"/>
            <a:ext cx="200914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ctr">
              <a:defRPr lang="tr-tr"/>
            </a:pPr>
            <a:r>
              <a:t>Anasayfa</a:t>
            </a:r>
          </a:p>
        </p:txBody>
      </p:sp>
      <p:sp>
        <p:nvSpPr>
          <p:cNvPr id="9" name="MetinKutusu3"/>
          <p:cNvSpPr txBox="1">
            <a:extLst>
              <a:ext uri="smNativeData">
                <pr:smNativeData xmlns:pr="smNativeData" val="SMDATA_13_zDfe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NsEAAD/fwAA/38AAAAAAAAJAAAABAAAAAAA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ArKAAAphwAAIc0AACWIAAAECAAACYAAAAIAAAA//////////8="/>
              </a:ext>
            </a:extLst>
          </p:cNvSpPr>
          <p:nvPr/>
        </p:nvSpPr>
        <p:spPr>
          <a:xfrm>
            <a:off x="6529705" y="4657090"/>
            <a:ext cx="20091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ctr">
              <a:defRPr lang="tr-tr"/>
            </a:pPr>
            <a:r>
              <a:t>Anasayfa Menüsü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xlSGEMAAAAEAAAAAAAAAAAAAAAAAAAAAAAAAAeAAAAaAAAAAAAAAAAAAAAAAAAAAAAAAAAAAAAECcAABAnAAAAAAAAAAAAAAAAAAAAAAAAAAAAAAAAAAAAAAAAAAAAABQAAAAAAAAAwMD/AAAAAABkAAAAMgAAAAAAAABkAAAAAAAAAH9/fwAKAAAAHwAAAFQAAAC74OMF////AQAAAAAAAAAAAAAAAAAAAAAAAAAAAAAAAAAAAAAAAAAAAAAAAn9/fwAAAA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B6A4-6009-EA8D-405CB1C31C15}" type="slidenum">
              <a:rPr lang="tr-tr" sz="1000">
                <a:solidFill>
                  <a:srgbClr val="FFFFE5"/>
                </a:solidFill>
              </a:rPr>
              <a:t>6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RuaXc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Ng2AAA4BAAAEAAAACYAAAAIAAAAAQAAAAAAAAA="/>
              </a:ext>
            </a:extLst>
          </p:cNvSpPr>
          <p:nvPr>
            <p:ph type="title"/>
          </p:nvPr>
        </p:nvSpPr>
        <p:spPr>
          <a:xfrm>
            <a:off x="152400" y="106680"/>
            <a:ext cx="8763000" cy="579120"/>
          </a:xfrm>
        </p:spPr>
        <p:txBody>
          <a:bodyPr/>
          <a:lstStyle/>
          <a:p>
            <a:pPr>
              <a:defRPr lang="tr-tr" sz="4000"/>
            </a:pPr>
            <a:r>
              <a:t>Mobil Uygulama</a:t>
            </a:r>
          </a:p>
        </p:txBody>
      </p:sp>
      <p:pic>
        <p:nvPicPr>
          <p:cNvPr id="4" name="Resim1"/>
          <p:cNvPicPr>
            <a:picLocks noChangeAspect="1"/>
            <a:extLst>
              <a:ext uri="smNativeData">
                <pr:smNativeData xmlns:pr="smNativeData" val="SMDATA_15_zDfe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hbW1h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+QMAAC4GAAClDwAA7RoAABAAAAAmAAAACAAAAP//////////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" y="1004570"/>
            <a:ext cx="1897380" cy="337248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Resim2"/>
          <p:cNvPicPr>
            <a:picLocks noChangeAspect="1"/>
            <a:extLst>
              <a:ext uri="smNativeData">
                <pr:smNativeData xmlns:pr="smNativeData" val="SMDATA_15_zDfe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whYAAC4GAABuIgAA7RoAABAAAAAmAAAACAAAAP//////////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699510" y="1004570"/>
            <a:ext cx="1897380" cy="337248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Resim3"/>
          <p:cNvPicPr>
            <a:picLocks noChangeAspect="1"/>
            <a:extLst>
              <a:ext uri="smNativeData">
                <pr:smNativeData xmlns:pr="smNativeData" val="SMDATA_15_zDfe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fikAAC4GAAAqNQAA7RoAABAAAAAmAAAACAAAAP//////////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744970" y="1004570"/>
            <a:ext cx="1897380" cy="33724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MetinKutusu1"/>
          <p:cNvSpPr txBox="1">
            <a:extLst>
              <a:ext uri="smNativeData">
                <pr:smNativeData xmlns:pr="smNativeData" val="SMDATA_13_zDfe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C4GAAD/fwAA/38AAAAAAAAJAAAABAAAANUR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D5AwAAzxsAAHMPAAC/HwAAECAAACYAAAAIAAAA//////////8="/>
              </a:ext>
            </a:extLst>
          </p:cNvSpPr>
          <p:nvPr/>
        </p:nvSpPr>
        <p:spPr>
          <a:xfrm>
            <a:off x="645795" y="4520565"/>
            <a:ext cx="186563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ctr">
              <a:defRPr lang="tr-tr"/>
            </a:pPr>
            <a:r>
              <a:t>Rota Bilgileri Giriş Ekranı</a:t>
            </a:r>
          </a:p>
        </p:txBody>
      </p:sp>
      <p:sp>
        <p:nvSpPr>
          <p:cNvPr id="8" name="MetinKutusu2"/>
          <p:cNvSpPr txBox="1">
            <a:extLst>
              <a:ext uri="smNativeData">
                <pr:smNativeData xmlns:pr="smNativeData" val="SMDATA_13_zDfe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GoEAAD/fwAA/38AAAAAAAAJAAAABAAAANUR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CDFgAAzxsAAG4iAAAfIwAAECAAACYAAAAIAAAA//////////8="/>
              </a:ext>
            </a:extLst>
          </p:cNvSpPr>
          <p:nvPr/>
        </p:nvSpPr>
        <p:spPr>
          <a:xfrm>
            <a:off x="3659505" y="4520565"/>
            <a:ext cx="1937385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lang="tr-tr"/>
            </a:pPr>
            <a:r>
              <a:t>Ziyaret Noktasının ve Kısıtlamalarının Giriş Ekranı</a:t>
            </a:r>
          </a:p>
        </p:txBody>
      </p:sp>
      <p:sp>
        <p:nvSpPr>
          <p:cNvPr id="9" name="MetinKutusu3"/>
          <p:cNvSpPr txBox="1">
            <a:extLst>
              <a:ext uri="smNativeData">
                <pr:smNativeData xmlns:pr="smNativeData" val="SMDATA_13_zDfe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J8GAAD/fwAA/38AAAAAAAAJAAAABAAAANUR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B+KQAAzxsAAPg0AADPJAAAECAAACYAAAAIAAAA//////////8="/>
              </a:ext>
            </a:extLst>
          </p:cNvSpPr>
          <p:nvPr/>
        </p:nvSpPr>
        <p:spPr>
          <a:xfrm>
            <a:off x="6744970" y="4520565"/>
            <a:ext cx="1865630" cy="1463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ctr">
              <a:defRPr lang="tr-tr"/>
            </a:pPr>
            <a:r>
              <a:t>Ziyaret Noktalarının Kullanıcıya Sunulduğu Ekran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F0ZG0MAAAAEAAAAAAAAAAAAAAAAAAAAAAAAAAeAAAAaAAAAAAAAAAAAAAAAAAAAAAAAAAAAAAAECcAABAnAAAAAAAAAAAAAAAAAAAAAAAAAAAAAAAAAAAAAAAAAAAAABQAAAAAAAAAwMD/AAAAAABkAAAAMgAAAAAAAABkAAAAAAAAAH9/fwAKAAAAHwAAAFQAAAC74OMF////AQAAAAAAAAAAAAAAAAAAAAAAAAAAAAAAAAAAAAAAAAAAAAAAAn9/fwAAAA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C6BC-D764-F23A-3031DC740465}" type="slidenum">
              <a:rPr lang="tr-tr" sz="1000">
                <a:solidFill>
                  <a:srgbClr val="FFFFE5"/>
                </a:solidFill>
              </a:rPr>
              <a:t>7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F0ZG0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Ng2AAA4BAAAEAAAACYAAAAIAAAAAQAAAAAAAAA="/>
              </a:ext>
            </a:extLst>
          </p:cNvSpPr>
          <p:nvPr>
            <p:ph type="title"/>
          </p:nvPr>
        </p:nvSpPr>
        <p:spPr>
          <a:xfrm>
            <a:off x="152400" y="106680"/>
            <a:ext cx="8763000" cy="579120"/>
          </a:xfrm>
        </p:spPr>
        <p:txBody>
          <a:bodyPr/>
          <a:lstStyle/>
          <a:p>
            <a:pPr>
              <a:defRPr lang="tr-tr" sz="4000"/>
            </a:pPr>
            <a:r>
              <a:t>Servis Geliştirmeleri</a:t>
            </a:r>
          </a:p>
        </p:txBody>
      </p:sp>
      <p:sp>
        <p:nvSpPr>
          <p:cNvPr id="4" name="MetinKutusu1"/>
          <p:cNvSpPr txBox="1">
            <a:extLst>
              <a:ext uri="smNativeData">
                <pr:smNativeData xmlns:pr="smNativeData" val="SMDATA_13_zDfe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kLAAD/fwAA/38AAAAAAAAJAAAABAAAAGxAAQ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DiAAAAuBgAAEs2AABYHgAAECAAACYAAAAIAAAA//////////8="/>
              </a:ext>
            </a:extLst>
          </p:cNvSpPr>
          <p:nvPr/>
        </p:nvSpPr>
        <p:spPr>
          <a:xfrm>
            <a:off x="143510" y="4018280"/>
            <a:ext cx="8682355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lang="tr-tr"/>
            </a:pPr>
            <a:r>
              <a:t>	Oturum açma ve üye olma metodları ve uygulama içerisinde kullanılması planlanan bazı metodlar oluşturuldu. Gerekli backend kodlamaları ve veritabanı üzerinde çalışmalarım devam ediyor</a:t>
            </a:r>
          </a:p>
        </p:txBody>
      </p:sp>
      <p:pic>
        <p:nvPicPr>
          <p:cNvPr id="5" name="Resim1"/>
          <p:cNvPicPr>
            <a:picLocks noChangeAspect="1"/>
            <a:extLst>
              <a:ext uri="smNativeData">
                <pr:smNativeData xmlns:pr="smNativeData" val="SMDATA_15_zDfe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hbW1h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4gAAAFIFAAAGLQAA1hcAABAAAAAmAAAACAAAAP//////////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" y="864870"/>
            <a:ext cx="7175500" cy="30099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zDfe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CkvdwMAAAAEAAAAAAAAAAAAAAAAAAAAAAAAAAeAAAAaAAAAAAAAAAAAAAAAAAAAAAAAAAAAAAAECcAABAnAAAAAAAAAAAAAAAAAAAAAAAAAAAAAAAAAAAAAAAAAAAAABQAAAAAAAAAwMD/AAAAAABkAAAAMgAAAAAAAABkAAAAAAAAAH9/fwAKAAAAHwAAAFQAAAC74OMF////AQAAAAAAAAAAAAAAAAAAAAAAAAAAAAAAAAAAAAAAAAAAAAAAAn9/fwAAAA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A89F-E0E6-D10D-5EB35E43270B}" type="slidenum">
              <a:rPr lang="tr-tr" sz="1000">
                <a:solidFill>
                  <a:srgbClr val="FFFFE5"/>
                </a:solidFill>
              </a:rPr>
              <a:t>8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zDfe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Ng2AAA4BAAAEAAAACYAAAAIAAAAAQAAAAAAAAA="/>
              </a:ext>
            </a:extLst>
          </p:cNvSpPr>
          <p:nvPr>
            <p:ph type="title"/>
          </p:nvPr>
        </p:nvSpPr>
        <p:spPr>
          <a:xfrm>
            <a:off x="152400" y="106680"/>
            <a:ext cx="8763000" cy="579120"/>
          </a:xfrm>
        </p:spPr>
        <p:txBody>
          <a:bodyPr/>
          <a:lstStyle/>
          <a:p>
            <a:pPr>
              <a:defRPr lang="tr-tr" sz="4000"/>
            </a:pPr>
            <a:r>
              <a:t>Geliştirilmesi Gerekenler</a:t>
            </a:r>
          </a:p>
        </p:txBody>
      </p:sp>
      <p:sp>
        <p:nvSpPr>
          <p:cNvPr id="4" name="MetinKutusu1"/>
          <p:cNvSpPr txBox="1">
            <a:extLst>
              <a:ext uri="smNativeData">
                <pr:smNativeData xmlns:pr="smNativeData" val="SMDATA_13_zDfe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kLAAD/fwAA/38AAAAAAAAJAAAABAAAANUR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DiAAAALgYAAEs2AAD+GgAAECAAACYAAAAIAAAA//////////8="/>
              </a:ext>
            </a:extLst>
          </p:cNvSpPr>
          <p:nvPr/>
        </p:nvSpPr>
        <p:spPr>
          <a:xfrm>
            <a:off x="143510" y="1004570"/>
            <a:ext cx="8682355" cy="3383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buFont typeface="Wingdings" pitchFamily="2" charset="2"/>
              <a:buChar char=""/>
              <a:defRPr lang="tr-tr"/>
            </a:pPr>
            <a:r>
              <a:t>Algoritma;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Kısıtlamaların tamamını algoritmaya entegre etmek ve algortimanın doğruluk oranını arttırıp, karmaşıklığını azaltmak için çalışmalar yapmak</a:t>
            </a:r>
          </a:p>
          <a:p>
            <a:pPr>
              <a:buFont typeface="Wingdings" pitchFamily="2" charset="2"/>
              <a:buChar char=""/>
              <a:defRPr lang="tr-tr"/>
            </a:pPr>
          </a:p>
          <a:p>
            <a:pPr>
              <a:buFont typeface="Wingdings" pitchFamily="2" charset="2"/>
              <a:buChar char=""/>
              <a:defRPr lang="tr-tr"/>
            </a:pPr>
            <a:r>
              <a:t>Mobil Uygulama;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Arayüz eksikleri tamamlanacak ve geliştirilecek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Servis entegrasyonu sağlanacak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Çevrimdışı harita kodlamaları yapılacak</a:t>
            </a:r>
          </a:p>
          <a:p>
            <a:pPr lvl="1">
              <a:buFont typeface="Wingdings" pitchFamily="2" charset="2"/>
              <a:buChar char=""/>
              <a:defRPr lang="tr-tr"/>
            </a:pPr>
          </a:p>
          <a:p>
            <a:pPr>
              <a:buFont typeface="Wingdings" pitchFamily="2" charset="2"/>
              <a:buChar char=""/>
              <a:defRPr lang="tr-tr"/>
            </a:pPr>
            <a:r>
              <a:t>Web Servis;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İhtiyaçlara göre çıkacak yeni metodların kodlanması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Veritabanı bağlantısı ve yayınlama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sunum formati</dc:title>
  <dc:subject/>
  <dc:creator>inanc tahrali</dc:creator>
  <cp:keywords/>
  <dc:description/>
  <cp:lastModifiedBy>ahmetcetinkaya</cp:lastModifiedBy>
  <cp:revision>0</cp:revision>
  <dcterms:created xsi:type="dcterms:W3CDTF">2007-08-26T17:02:13Z</dcterms:created>
  <dcterms:modified xsi:type="dcterms:W3CDTF">2020-12-19T18:26:36Z</dcterms:modified>
</cp:coreProperties>
</file>